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1" r:id="rId5"/>
    <p:sldId id="262" r:id="rId6"/>
    <p:sldId id="263" r:id="rId7"/>
    <p:sldId id="265" r:id="rId8"/>
    <p:sldId id="259" r:id="rId9"/>
  </p:sldIdLst>
  <p:sldSz cx="12192000" cy="6858000"/>
  <p:notesSz cx="6858000" cy="9144000"/>
  <p:defaultTextStyle>
    <a:defPPr>
      <a:defRPr lang="en-150"/>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06B81E-A919-496D-9FA4-A8C857C6917F}" v="16" dt="2026-03-11T01:15:57.652"/>
    <p1510:client id="{577698A0-1A60-7063-E0B8-2C44C44DF615}" v="148" dt="2026-03-10T12:11:39.229"/>
    <p1510:client id="{D329C2A9-23FA-8530-4A61-CFC0F5EF7899}" v="1" dt="2026-03-10T05:18:02.2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04" y="2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4F8CDE41-BC36-BDCF-6662-9346E004DDBF}"/>
    <pc:docChg chg="addSld modSld">
      <pc:chgData name="Guest User" userId="" providerId="Windows Live" clId="Web-{4F8CDE41-BC36-BDCF-6662-9346E004DDBF}" dt="2026-03-08T18:59:47.335" v="394" actId="20577"/>
      <pc:docMkLst>
        <pc:docMk/>
      </pc:docMkLst>
      <pc:sldChg chg="addSp delSp modSp">
        <pc:chgData name="Guest User" userId="" providerId="Windows Live" clId="Web-{4F8CDE41-BC36-BDCF-6662-9346E004DDBF}" dt="2026-03-08T18:59:47.335" v="394" actId="20577"/>
        <pc:sldMkLst>
          <pc:docMk/>
          <pc:sldMk cId="311887172" sldId="262"/>
        </pc:sldMkLst>
        <pc:spChg chg="mod">
          <ac:chgData name="Guest User" userId="" providerId="Windows Live" clId="Web-{4F8CDE41-BC36-BDCF-6662-9346E004DDBF}" dt="2026-03-08T18:59:47.335" v="394" actId="20577"/>
          <ac:spMkLst>
            <pc:docMk/>
            <pc:sldMk cId="311887172" sldId="262"/>
            <ac:spMk id="6" creationId="{ECE90CDC-CD48-63CC-4D15-9563C697C7E5}"/>
          </ac:spMkLst>
        </pc:spChg>
        <pc:graphicFrameChg chg="add mod modGraphic">
          <ac:chgData name="Guest User" userId="" providerId="Windows Live" clId="Web-{4F8CDE41-BC36-BDCF-6662-9346E004DDBF}" dt="2026-03-08T18:49:38.775" v="260"/>
          <ac:graphicFrameMkLst>
            <pc:docMk/>
            <pc:sldMk cId="311887172" sldId="262"/>
            <ac:graphicFrameMk id="7" creationId="{C014C83C-B42D-F15F-0A27-D8C9CD41FAD6}"/>
          </ac:graphicFrameMkLst>
        </pc:graphicFrameChg>
        <pc:picChg chg="add mod modCrop">
          <ac:chgData name="Guest User" userId="" providerId="Windows Live" clId="Web-{4F8CDE41-BC36-BDCF-6662-9346E004DDBF}" dt="2026-03-08T18:50:27.779" v="267" actId="1076"/>
          <ac:picMkLst>
            <pc:docMk/>
            <pc:sldMk cId="311887172" sldId="262"/>
            <ac:picMk id="10" creationId="{F94A079D-C04F-7921-EB3F-20B43A83855D}"/>
          </ac:picMkLst>
        </pc:picChg>
        <pc:picChg chg="add mod modCrop">
          <ac:chgData name="Guest User" userId="" providerId="Windows Live" clId="Web-{4F8CDE41-BC36-BDCF-6662-9346E004DDBF}" dt="2026-03-08T18:50:22.513" v="265" actId="1076"/>
          <ac:picMkLst>
            <pc:docMk/>
            <pc:sldMk cId="311887172" sldId="262"/>
            <ac:picMk id="12" creationId="{CDBC54CA-4859-0F94-EEA1-1F9796BB69BB}"/>
          </ac:picMkLst>
        </pc:picChg>
      </pc:sldChg>
    </pc:docChg>
  </pc:docChgLst>
  <pc:docChgLst>
    <pc:chgData name="Guest User" providerId="Windows Live" clId="Web-{D329C2A9-23FA-8530-4A61-CFC0F5EF7899}"/>
    <pc:docChg chg="delSld">
      <pc:chgData name="Guest User" userId="" providerId="Windows Live" clId="Web-{D329C2A9-23FA-8530-4A61-CFC0F5EF7899}" dt="2026-03-10T05:18:02.227" v="0"/>
      <pc:docMkLst>
        <pc:docMk/>
      </pc:docMkLst>
      <pc:sldChg chg="del">
        <pc:chgData name="Guest User" userId="" providerId="Windows Live" clId="Web-{D329C2A9-23FA-8530-4A61-CFC0F5EF7899}" dt="2026-03-10T05:18:02.227" v="0"/>
        <pc:sldMkLst>
          <pc:docMk/>
          <pc:sldMk cId="3910318035" sldId="260"/>
        </pc:sldMkLst>
      </pc:sldChg>
    </pc:docChg>
  </pc:docChgLst>
  <pc:docChgLst>
    <pc:chgData name="Guest User" providerId="Windows Live" clId="Web-{577698A0-1A60-7063-E0B8-2C44C44DF615}"/>
    <pc:docChg chg="addSld modSld sldOrd">
      <pc:chgData name="Guest User" userId="" providerId="Windows Live" clId="Web-{577698A0-1A60-7063-E0B8-2C44C44DF615}" dt="2026-03-10T12:12:16.182" v="152"/>
      <pc:docMkLst>
        <pc:docMk/>
      </pc:docMkLst>
      <pc:sldChg chg="addSp modSp new mod ord setBg">
        <pc:chgData name="Guest User" userId="" providerId="Windows Live" clId="Web-{577698A0-1A60-7063-E0B8-2C44C44DF615}" dt="2026-03-10T12:12:16.182" v="152"/>
        <pc:sldMkLst>
          <pc:docMk/>
          <pc:sldMk cId="3143798579" sldId="264"/>
        </pc:sldMkLst>
        <pc:spChg chg="mod">
          <ac:chgData name="Guest User" userId="" providerId="Windows Live" clId="Web-{577698A0-1A60-7063-E0B8-2C44C44DF615}" dt="2026-03-10T12:12:16.182" v="152"/>
          <ac:spMkLst>
            <pc:docMk/>
            <pc:sldMk cId="3143798579" sldId="264"/>
            <ac:spMk id="2" creationId="{80120BF1-958B-BFA8-9449-CAF203C3E6EF}"/>
          </ac:spMkLst>
        </pc:spChg>
        <pc:spChg chg="mod">
          <ac:chgData name="Guest User" userId="" providerId="Windows Live" clId="Web-{577698A0-1A60-7063-E0B8-2C44C44DF615}" dt="2026-03-10T12:12:16.182" v="152"/>
          <ac:spMkLst>
            <pc:docMk/>
            <pc:sldMk cId="3143798579" sldId="264"/>
            <ac:spMk id="3" creationId="{55B4B20D-E33F-3BA8-33B6-853552CC5339}"/>
          </ac:spMkLst>
        </pc:spChg>
        <pc:spChg chg="add">
          <ac:chgData name="Guest User" userId="" providerId="Windows Live" clId="Web-{577698A0-1A60-7063-E0B8-2C44C44DF615}" dt="2026-03-10T12:12:16.182" v="152"/>
          <ac:spMkLst>
            <pc:docMk/>
            <pc:sldMk cId="3143798579" sldId="264"/>
            <ac:spMk id="10" creationId="{B6FACB3C-9069-4791-BC5C-0DB7CD19B853}"/>
          </ac:spMkLst>
        </pc:spChg>
        <pc:spChg chg="add">
          <ac:chgData name="Guest User" userId="" providerId="Windows Live" clId="Web-{577698A0-1A60-7063-E0B8-2C44C44DF615}" dt="2026-03-10T12:12:16.182" v="152"/>
          <ac:spMkLst>
            <pc:docMk/>
            <pc:sldMk cId="3143798579" sldId="264"/>
            <ac:spMk id="12" creationId="{71F2038E-D777-4B76-81DD-DD13EE91B9DD}"/>
          </ac:spMkLst>
        </pc:spChg>
        <pc:grpChg chg="add">
          <ac:chgData name="Guest User" userId="" providerId="Windows Live" clId="Web-{577698A0-1A60-7063-E0B8-2C44C44DF615}" dt="2026-03-10T12:12:16.182" v="152"/>
          <ac:grpSpMkLst>
            <pc:docMk/>
            <pc:sldMk cId="3143798579" sldId="264"/>
            <ac:grpSpMk id="14" creationId="{DD354807-230F-4402-B1B9-F733A8F1F190}"/>
          </ac:grpSpMkLst>
        </pc:grpChg>
        <pc:graphicFrameChg chg="add mod modGraphic">
          <ac:chgData name="Guest User" userId="" providerId="Windows Live" clId="Web-{577698A0-1A60-7063-E0B8-2C44C44DF615}" dt="2026-03-10T12:12:16.182" v="152"/>
          <ac:graphicFrameMkLst>
            <pc:docMk/>
            <pc:sldMk cId="3143798579" sldId="264"/>
            <ac:graphicFrameMk id="5" creationId="{D1FFC06C-AA64-9BCD-F1D8-AAF549EC052C}"/>
          </ac:graphicFrameMkLst>
        </pc:graphicFrameChg>
      </pc:sldChg>
    </pc:docChg>
  </pc:docChgLst>
  <pc:docChgLst>
    <pc:chgData name="Elliot Mai" userId="1c49b37007f9488b" providerId="LiveId" clId="{3EDB10E2-DA7D-4765-B207-53B47556FA45}"/>
    <pc:docChg chg="undo redo custSel addSld delSld modSld">
      <pc:chgData name="Elliot Mai" userId="1c49b37007f9488b" providerId="LiveId" clId="{3EDB10E2-DA7D-4765-B207-53B47556FA45}" dt="2026-03-11T01:17:16.075" v="512" actId="403"/>
      <pc:docMkLst>
        <pc:docMk/>
      </pc:docMkLst>
      <pc:sldChg chg="addSp delSp modSp new mod setBg addAnim modAnim">
        <pc:chgData name="Elliot Mai" userId="1c49b37007f9488b" providerId="LiveId" clId="{3EDB10E2-DA7D-4765-B207-53B47556FA45}" dt="2026-03-05T17:13:37.142" v="286"/>
        <pc:sldMkLst>
          <pc:docMk/>
          <pc:sldMk cId="540900252" sldId="256"/>
        </pc:sldMkLst>
        <pc:spChg chg="mod">
          <ac:chgData name="Elliot Mai" userId="1c49b37007f9488b" providerId="LiveId" clId="{3EDB10E2-DA7D-4765-B207-53B47556FA45}" dt="2026-03-05T02:12:12.047" v="183" actId="26606"/>
          <ac:spMkLst>
            <pc:docMk/>
            <pc:sldMk cId="540900252" sldId="256"/>
            <ac:spMk id="2" creationId="{0EF0F598-227B-128C-1FAE-23F74D77EAC8}"/>
          </ac:spMkLst>
        </pc:spChg>
        <pc:spChg chg="mod">
          <ac:chgData name="Elliot Mai" userId="1c49b37007f9488b" providerId="LiveId" clId="{3EDB10E2-DA7D-4765-B207-53B47556FA45}" dt="2026-03-05T17:13:37.142" v="286"/>
          <ac:spMkLst>
            <pc:docMk/>
            <pc:sldMk cId="540900252" sldId="256"/>
            <ac:spMk id="3" creationId="{06B55207-CD41-87F2-68F4-2F3A8F48C6AE}"/>
          </ac:spMkLst>
        </pc:spChg>
        <pc:spChg chg="add">
          <ac:chgData name="Elliot Mai" userId="1c49b37007f9488b" providerId="LiveId" clId="{3EDB10E2-DA7D-4765-B207-53B47556FA45}" dt="2026-03-05T02:14:49.121" v="225" actId="26606"/>
          <ac:spMkLst>
            <pc:docMk/>
            <pc:sldMk cId="540900252" sldId="256"/>
            <ac:spMk id="23" creationId="{6F5A5072-7B47-4D32-B52A-4EBBF590B8A5}"/>
          </ac:spMkLst>
        </pc:spChg>
        <pc:spChg chg="add">
          <ac:chgData name="Elliot Mai" userId="1c49b37007f9488b" providerId="LiveId" clId="{3EDB10E2-DA7D-4765-B207-53B47556FA45}" dt="2026-03-05T02:14:49.121" v="225" actId="26606"/>
          <ac:spMkLst>
            <pc:docMk/>
            <pc:sldMk cId="540900252" sldId="256"/>
            <ac:spMk id="25" creationId="{9715DAF0-AE1B-46C9-8A6B-DB2AA05AB91D}"/>
          </ac:spMkLst>
        </pc:spChg>
        <pc:spChg chg="add">
          <ac:chgData name="Elliot Mai" userId="1c49b37007f9488b" providerId="LiveId" clId="{3EDB10E2-DA7D-4765-B207-53B47556FA45}" dt="2026-03-05T02:14:49.121" v="225" actId="26606"/>
          <ac:spMkLst>
            <pc:docMk/>
            <pc:sldMk cId="540900252" sldId="256"/>
            <ac:spMk id="27" creationId="{6016219D-510E-4184-9090-6D5578A87BD1}"/>
          </ac:spMkLst>
        </pc:spChg>
        <pc:spChg chg="add">
          <ac:chgData name="Elliot Mai" userId="1c49b37007f9488b" providerId="LiveId" clId="{3EDB10E2-DA7D-4765-B207-53B47556FA45}" dt="2026-03-05T02:14:49.121" v="225" actId="26606"/>
          <ac:spMkLst>
            <pc:docMk/>
            <pc:sldMk cId="540900252" sldId="256"/>
            <ac:spMk id="29" creationId="{AFF4A713-7B75-4B21-90D7-5AB19547C728}"/>
          </ac:spMkLst>
        </pc:spChg>
        <pc:spChg chg="add">
          <ac:chgData name="Elliot Mai" userId="1c49b37007f9488b" providerId="LiveId" clId="{3EDB10E2-DA7D-4765-B207-53B47556FA45}" dt="2026-03-05T02:14:49.121" v="225" actId="26606"/>
          <ac:spMkLst>
            <pc:docMk/>
            <pc:sldMk cId="540900252" sldId="256"/>
            <ac:spMk id="31" creationId="{DC631C0B-6DA6-4E57-8231-CE32B3434A7E}"/>
          </ac:spMkLst>
        </pc:spChg>
        <pc:spChg chg="add">
          <ac:chgData name="Elliot Mai" userId="1c49b37007f9488b" providerId="LiveId" clId="{3EDB10E2-DA7D-4765-B207-53B47556FA45}" dt="2026-03-05T02:14:49.121" v="225" actId="26606"/>
          <ac:spMkLst>
            <pc:docMk/>
            <pc:sldMk cId="540900252" sldId="256"/>
            <ac:spMk id="33" creationId="{C29501E6-A978-4A61-9689-9085AF97A53A}"/>
          </ac:spMkLst>
        </pc:spChg>
      </pc:sldChg>
      <pc:sldChg chg="addSp delSp modSp new mod setBg modClrScheme addAnim delDesignElem chgLayout">
        <pc:chgData name="Elliot Mai" userId="1c49b37007f9488b" providerId="LiveId" clId="{3EDB10E2-DA7D-4765-B207-53B47556FA45}" dt="2026-03-07T21:19:14.019" v="437" actId="1076"/>
        <pc:sldMkLst>
          <pc:docMk/>
          <pc:sldMk cId="1909686191" sldId="257"/>
        </pc:sldMkLst>
        <pc:spChg chg="mod ord">
          <ac:chgData name="Elliot Mai" userId="1c49b37007f9488b" providerId="LiveId" clId="{3EDB10E2-DA7D-4765-B207-53B47556FA45}" dt="2026-03-07T21:13:58.735" v="375" actId="26606"/>
          <ac:spMkLst>
            <pc:docMk/>
            <pc:sldMk cId="1909686191" sldId="257"/>
            <ac:spMk id="2" creationId="{B47A62DE-F7EA-87EE-E23C-C4E6C881AA10}"/>
          </ac:spMkLst>
        </pc:spChg>
        <pc:spChg chg="add mod ord">
          <ac:chgData name="Elliot Mai" userId="1c49b37007f9488b" providerId="LiveId" clId="{3EDB10E2-DA7D-4765-B207-53B47556FA45}" dt="2026-03-07T21:18:54.676" v="435" actId="14100"/>
          <ac:spMkLst>
            <pc:docMk/>
            <pc:sldMk cId="1909686191" sldId="257"/>
            <ac:spMk id="4" creationId="{C2BF2A73-CB38-4C3C-B0DF-AFB619494CC3}"/>
          </ac:spMkLst>
        </pc:spChg>
        <pc:spChg chg="add mod">
          <ac:chgData name="Elliot Mai" userId="1c49b37007f9488b" providerId="LiveId" clId="{3EDB10E2-DA7D-4765-B207-53B47556FA45}" dt="2026-03-07T21:18:13.909" v="422" actId="14100"/>
          <ac:spMkLst>
            <pc:docMk/>
            <pc:sldMk cId="1909686191" sldId="257"/>
            <ac:spMk id="11" creationId="{C872659E-7831-5A60-EDD2-D7C382D4F38F}"/>
          </ac:spMkLst>
        </pc:spChg>
        <pc:spChg chg="add">
          <ac:chgData name="Elliot Mai" userId="1c49b37007f9488b" providerId="LiveId" clId="{3EDB10E2-DA7D-4765-B207-53B47556FA45}" dt="2026-03-07T21:13:58.735" v="375" actId="26606"/>
          <ac:spMkLst>
            <pc:docMk/>
            <pc:sldMk cId="1909686191" sldId="257"/>
            <ac:spMk id="27" creationId="{5184EE59-3061-456B-9FB5-98A8E0E74B02}"/>
          </ac:spMkLst>
        </pc:spChg>
        <pc:spChg chg="add">
          <ac:chgData name="Elliot Mai" userId="1c49b37007f9488b" providerId="LiveId" clId="{3EDB10E2-DA7D-4765-B207-53B47556FA45}" dt="2026-03-07T21:13:58.735" v="375" actId="26606"/>
          <ac:spMkLst>
            <pc:docMk/>
            <pc:sldMk cId="1909686191" sldId="257"/>
            <ac:spMk id="29" creationId="{F7E07B5E-9FB5-4C91-8BE4-6167EB58D0A7}"/>
          </ac:spMkLst>
        </pc:spChg>
        <pc:spChg chg="add">
          <ac:chgData name="Elliot Mai" userId="1c49b37007f9488b" providerId="LiveId" clId="{3EDB10E2-DA7D-4765-B207-53B47556FA45}" dt="2026-03-07T21:13:58.735" v="375" actId="26606"/>
          <ac:spMkLst>
            <pc:docMk/>
            <pc:sldMk cId="1909686191" sldId="257"/>
            <ac:spMk id="31" creationId="{37524947-EB09-4DD9-973B-9F75BBCD7269}"/>
          </ac:spMkLst>
        </pc:spChg>
        <pc:spChg chg="add">
          <ac:chgData name="Elliot Mai" userId="1c49b37007f9488b" providerId="LiveId" clId="{3EDB10E2-DA7D-4765-B207-53B47556FA45}" dt="2026-03-07T21:13:58.735" v="375" actId="26606"/>
          <ac:spMkLst>
            <pc:docMk/>
            <pc:sldMk cId="1909686191" sldId="257"/>
            <ac:spMk id="35" creationId="{BC57EA3C-C239-4132-A618-5CBE9F896B2F}"/>
          </ac:spMkLst>
        </pc:spChg>
        <pc:picChg chg="add mod modCrop">
          <ac:chgData name="Elliot Mai" userId="1c49b37007f9488b" providerId="LiveId" clId="{3EDB10E2-DA7D-4765-B207-53B47556FA45}" dt="2026-03-07T21:19:14.019" v="437" actId="1076"/>
          <ac:picMkLst>
            <pc:docMk/>
            <pc:sldMk cId="1909686191" sldId="257"/>
            <ac:picMk id="5" creationId="{794F0AB5-F22B-D3D8-69A2-48E52CEAD532}"/>
          </ac:picMkLst>
        </pc:picChg>
        <pc:picChg chg="add mod modCrop">
          <ac:chgData name="Elliot Mai" userId="1c49b37007f9488b" providerId="LiveId" clId="{3EDB10E2-DA7D-4765-B207-53B47556FA45}" dt="2026-03-07T21:18:37.963" v="427" actId="1076"/>
          <ac:picMkLst>
            <pc:docMk/>
            <pc:sldMk cId="1909686191" sldId="257"/>
            <ac:picMk id="7" creationId="{A50F79F1-1DC7-48B2-93E9-04CCA5B16C41}"/>
          </ac:picMkLst>
        </pc:picChg>
      </pc:sldChg>
      <pc:sldChg chg="addSp delSp modSp new mod setBg modClrScheme chgLayout">
        <pc:chgData name="Elliot Mai" userId="1c49b37007f9488b" providerId="LiveId" clId="{3EDB10E2-DA7D-4765-B207-53B47556FA45}" dt="2026-03-10T23:48:34.355" v="475"/>
        <pc:sldMkLst>
          <pc:docMk/>
          <pc:sldMk cId="1823981096" sldId="258"/>
        </pc:sldMkLst>
        <pc:spChg chg="add mod ord">
          <ac:chgData name="Elliot Mai" userId="1c49b37007f9488b" providerId="LiveId" clId="{3EDB10E2-DA7D-4765-B207-53B47556FA45}" dt="2026-03-07T20:48:40.472" v="304" actId="20577"/>
          <ac:spMkLst>
            <pc:docMk/>
            <pc:sldMk cId="1823981096" sldId="258"/>
            <ac:spMk id="4" creationId="{4A0FBBEF-80E3-1D77-AC2D-89F96A94C0C1}"/>
          </ac:spMkLst>
        </pc:spChg>
        <pc:spChg chg="add mod ord">
          <ac:chgData name="Elliot Mai" userId="1c49b37007f9488b" providerId="LiveId" clId="{3EDB10E2-DA7D-4765-B207-53B47556FA45}" dt="2026-03-05T02:15:41.520" v="243" actId="26606"/>
          <ac:spMkLst>
            <pc:docMk/>
            <pc:sldMk cId="1823981096" sldId="258"/>
            <ac:spMk id="6" creationId="{72B352EF-DE90-69E1-4DC1-284688B26B2E}"/>
          </ac:spMkLst>
        </pc:spChg>
        <pc:spChg chg="add">
          <ac:chgData name="Elliot Mai" userId="1c49b37007f9488b" providerId="LiveId" clId="{3EDB10E2-DA7D-4765-B207-53B47556FA45}" dt="2026-03-05T02:16:06.484" v="253" actId="26606"/>
          <ac:spMkLst>
            <pc:docMk/>
            <pc:sldMk cId="1823981096" sldId="258"/>
            <ac:spMk id="24" creationId="{1B15ED52-F352-441B-82BF-E0EA34836D08}"/>
          </ac:spMkLst>
        </pc:spChg>
        <pc:spChg chg="add">
          <ac:chgData name="Elliot Mai" userId="1c49b37007f9488b" providerId="LiveId" clId="{3EDB10E2-DA7D-4765-B207-53B47556FA45}" dt="2026-03-05T02:16:06.484" v="253" actId="26606"/>
          <ac:spMkLst>
            <pc:docMk/>
            <pc:sldMk cId="1823981096" sldId="258"/>
            <ac:spMk id="26" creationId="{3B2E3793-BFE6-45A2-9B7B-E18844431C99}"/>
          </ac:spMkLst>
        </pc:spChg>
        <pc:spChg chg="add">
          <ac:chgData name="Elliot Mai" userId="1c49b37007f9488b" providerId="LiveId" clId="{3EDB10E2-DA7D-4765-B207-53B47556FA45}" dt="2026-03-05T02:16:06.484" v="253" actId="26606"/>
          <ac:spMkLst>
            <pc:docMk/>
            <pc:sldMk cId="1823981096" sldId="258"/>
            <ac:spMk id="28" creationId="{BC4C4868-CB8F-4AF9-9CDB-8108F2C19B67}"/>
          </ac:spMkLst>
        </pc:spChg>
        <pc:spChg chg="add">
          <ac:chgData name="Elliot Mai" userId="1c49b37007f9488b" providerId="LiveId" clId="{3EDB10E2-DA7D-4765-B207-53B47556FA45}" dt="2026-03-05T02:16:06.484" v="253" actId="26606"/>
          <ac:spMkLst>
            <pc:docMk/>
            <pc:sldMk cId="1823981096" sldId="258"/>
            <ac:spMk id="30" creationId="{375E0459-6403-40CD-989D-56A4407CA12E}"/>
          </ac:spMkLst>
        </pc:spChg>
        <pc:spChg chg="add">
          <ac:chgData name="Elliot Mai" userId="1c49b37007f9488b" providerId="LiveId" clId="{3EDB10E2-DA7D-4765-B207-53B47556FA45}" dt="2026-03-05T02:16:06.484" v="253" actId="26606"/>
          <ac:spMkLst>
            <pc:docMk/>
            <pc:sldMk cId="1823981096" sldId="258"/>
            <ac:spMk id="32" creationId="{53E5B1A8-3AC9-4BD1-9BBC-78CA94F2D1BA}"/>
          </ac:spMkLst>
        </pc:spChg>
        <pc:graphicFrameChg chg="mod">
          <ac:chgData name="Elliot Mai" userId="1c49b37007f9488b" providerId="LiveId" clId="{3EDB10E2-DA7D-4765-B207-53B47556FA45}" dt="2026-03-10T23:48:34.355" v="475"/>
          <ac:graphicFrameMkLst>
            <pc:docMk/>
            <pc:sldMk cId="1823981096" sldId="258"/>
            <ac:graphicFrameMk id="2" creationId="{97FBE674-9B9D-3B6A-DD4F-0E9E0EB4B527}"/>
          </ac:graphicFrameMkLst>
        </pc:graphicFrameChg>
      </pc:sldChg>
      <pc:sldChg chg="addSp delSp modSp new mod setBg addAnim">
        <pc:chgData name="Elliot Mai" userId="1c49b37007f9488b" providerId="LiveId" clId="{3EDB10E2-DA7D-4765-B207-53B47556FA45}" dt="2026-03-11T01:17:16.075" v="512" actId="403"/>
        <pc:sldMkLst>
          <pc:docMk/>
          <pc:sldMk cId="1917191119" sldId="259"/>
        </pc:sldMkLst>
        <pc:spChg chg="mod">
          <ac:chgData name="Elliot Mai" userId="1c49b37007f9488b" providerId="LiveId" clId="{3EDB10E2-DA7D-4765-B207-53B47556FA45}" dt="2026-03-11T01:16:20.404" v="495" actId="26606"/>
          <ac:spMkLst>
            <pc:docMk/>
            <pc:sldMk cId="1917191119" sldId="259"/>
            <ac:spMk id="2" creationId="{BAEBB9E1-117A-0077-012B-4FE1BA4DA1D1}"/>
          </ac:spMkLst>
        </pc:spChg>
        <pc:spChg chg="add del mod">
          <ac:chgData name="Elliot Mai" userId="1c49b37007f9488b" providerId="LiveId" clId="{3EDB10E2-DA7D-4765-B207-53B47556FA45}" dt="2026-03-11T01:16:20.439" v="496" actId="26606"/>
          <ac:spMkLst>
            <pc:docMk/>
            <pc:sldMk cId="1917191119" sldId="259"/>
            <ac:spMk id="3" creationId="{9B7AD769-5324-7BFE-0BD3-4AFF7CF57314}"/>
          </ac:spMkLst>
        </pc:spChg>
        <pc:spChg chg="add">
          <ac:chgData name="Elliot Mai" userId="1c49b37007f9488b" providerId="LiveId" clId="{3EDB10E2-DA7D-4765-B207-53B47556FA45}" dt="2026-03-05T02:16:52.668" v="269" actId="26606"/>
          <ac:spMkLst>
            <pc:docMk/>
            <pc:sldMk cId="1917191119" sldId="259"/>
            <ac:spMk id="8" creationId="{1B15ED52-F352-441B-82BF-E0EA34836D08}"/>
          </ac:spMkLst>
        </pc:spChg>
        <pc:spChg chg="add del">
          <ac:chgData name="Elliot Mai" userId="1c49b37007f9488b" providerId="LiveId" clId="{3EDB10E2-DA7D-4765-B207-53B47556FA45}" dt="2026-03-11T01:16:20.439" v="496" actId="26606"/>
          <ac:spMkLst>
            <pc:docMk/>
            <pc:sldMk cId="1917191119" sldId="259"/>
            <ac:spMk id="10" creationId="{3B2E3793-BFE6-45A2-9B7B-E18844431C99}"/>
          </ac:spMkLst>
        </pc:spChg>
        <pc:spChg chg="add del">
          <ac:chgData name="Elliot Mai" userId="1c49b37007f9488b" providerId="LiveId" clId="{3EDB10E2-DA7D-4765-B207-53B47556FA45}" dt="2026-03-11T01:16:20.439" v="496" actId="26606"/>
          <ac:spMkLst>
            <pc:docMk/>
            <pc:sldMk cId="1917191119" sldId="259"/>
            <ac:spMk id="12" creationId="{BC4C4868-CB8F-4AF9-9CDB-8108F2C19B67}"/>
          </ac:spMkLst>
        </pc:spChg>
        <pc:spChg chg="add del">
          <ac:chgData name="Elliot Mai" userId="1c49b37007f9488b" providerId="LiveId" clId="{3EDB10E2-DA7D-4765-B207-53B47556FA45}" dt="2026-03-11T01:16:20.439" v="496" actId="26606"/>
          <ac:spMkLst>
            <pc:docMk/>
            <pc:sldMk cId="1917191119" sldId="259"/>
            <ac:spMk id="14" creationId="{375E0459-6403-40CD-989D-56A4407CA12E}"/>
          </ac:spMkLst>
        </pc:spChg>
        <pc:spChg chg="add del">
          <ac:chgData name="Elliot Mai" userId="1c49b37007f9488b" providerId="LiveId" clId="{3EDB10E2-DA7D-4765-B207-53B47556FA45}" dt="2026-03-11T01:16:20.439" v="496" actId="26606"/>
          <ac:spMkLst>
            <pc:docMk/>
            <pc:sldMk cId="1917191119" sldId="259"/>
            <ac:spMk id="16" creationId="{53E5B1A8-3AC9-4BD1-9BBC-78CA94F2D1BA}"/>
          </ac:spMkLst>
        </pc:spChg>
        <pc:spChg chg="add del">
          <ac:chgData name="Elliot Mai" userId="1c49b37007f9488b" providerId="LiveId" clId="{3EDB10E2-DA7D-4765-B207-53B47556FA45}" dt="2026-03-11T01:16:20.404" v="495" actId="26606"/>
          <ac:spMkLst>
            <pc:docMk/>
            <pc:sldMk cId="1917191119" sldId="259"/>
            <ac:spMk id="22" creationId="{BACC6370-2D7E-4714-9D71-7542949D7D5D}"/>
          </ac:spMkLst>
        </pc:spChg>
        <pc:spChg chg="add del">
          <ac:chgData name="Elliot Mai" userId="1c49b37007f9488b" providerId="LiveId" clId="{3EDB10E2-DA7D-4765-B207-53B47556FA45}" dt="2026-03-11T01:16:20.404" v="495" actId="26606"/>
          <ac:spMkLst>
            <pc:docMk/>
            <pc:sldMk cId="1917191119" sldId="259"/>
            <ac:spMk id="26" creationId="{3847E18C-932D-4C95-AABA-FEC7C9499AD7}"/>
          </ac:spMkLst>
        </pc:spChg>
        <pc:spChg chg="add del">
          <ac:chgData name="Elliot Mai" userId="1c49b37007f9488b" providerId="LiveId" clId="{3EDB10E2-DA7D-4765-B207-53B47556FA45}" dt="2026-03-11T01:16:20.404" v="495" actId="26606"/>
          <ac:spMkLst>
            <pc:docMk/>
            <pc:sldMk cId="1917191119" sldId="259"/>
            <ac:spMk id="30" creationId="{43F8A58B-5155-44CE-A5FF-7647B47D0A7A}"/>
          </ac:spMkLst>
        </pc:spChg>
        <pc:spChg chg="add del">
          <ac:chgData name="Elliot Mai" userId="1c49b37007f9488b" providerId="LiveId" clId="{3EDB10E2-DA7D-4765-B207-53B47556FA45}" dt="2026-03-11T01:16:20.404" v="495" actId="26606"/>
          <ac:spMkLst>
            <pc:docMk/>
            <pc:sldMk cId="1917191119" sldId="259"/>
            <ac:spMk id="32" creationId="{443F2ACA-E6D6-4028-82DD-F03C262D5DE6}"/>
          </ac:spMkLst>
        </pc:spChg>
        <pc:spChg chg="add">
          <ac:chgData name="Elliot Mai" userId="1c49b37007f9488b" providerId="LiveId" clId="{3EDB10E2-DA7D-4765-B207-53B47556FA45}" dt="2026-03-11T01:16:20.439" v="496" actId="26606"/>
          <ac:spMkLst>
            <pc:docMk/>
            <pc:sldMk cId="1917191119" sldId="259"/>
            <ac:spMk id="34" creationId="{1B15ED52-F352-441B-82BF-E0EA34836D08}"/>
          </ac:spMkLst>
        </pc:spChg>
        <pc:spChg chg="add">
          <ac:chgData name="Elliot Mai" userId="1c49b37007f9488b" providerId="LiveId" clId="{3EDB10E2-DA7D-4765-B207-53B47556FA45}" dt="2026-03-11T01:16:20.439" v="496" actId="26606"/>
          <ac:spMkLst>
            <pc:docMk/>
            <pc:sldMk cId="1917191119" sldId="259"/>
            <ac:spMk id="35" creationId="{3B2E3793-BFE6-45A2-9B7B-E18844431C99}"/>
          </ac:spMkLst>
        </pc:spChg>
        <pc:spChg chg="add">
          <ac:chgData name="Elliot Mai" userId="1c49b37007f9488b" providerId="LiveId" clId="{3EDB10E2-DA7D-4765-B207-53B47556FA45}" dt="2026-03-11T01:16:20.439" v="496" actId="26606"/>
          <ac:spMkLst>
            <pc:docMk/>
            <pc:sldMk cId="1917191119" sldId="259"/>
            <ac:spMk id="36" creationId="{BC4C4868-CB8F-4AF9-9CDB-8108F2C19B67}"/>
          </ac:spMkLst>
        </pc:spChg>
        <pc:spChg chg="add">
          <ac:chgData name="Elliot Mai" userId="1c49b37007f9488b" providerId="LiveId" clId="{3EDB10E2-DA7D-4765-B207-53B47556FA45}" dt="2026-03-11T01:16:20.439" v="496" actId="26606"/>
          <ac:spMkLst>
            <pc:docMk/>
            <pc:sldMk cId="1917191119" sldId="259"/>
            <ac:spMk id="37" creationId="{375E0459-6403-40CD-989D-56A4407CA12E}"/>
          </ac:spMkLst>
        </pc:spChg>
        <pc:spChg chg="add">
          <ac:chgData name="Elliot Mai" userId="1c49b37007f9488b" providerId="LiveId" clId="{3EDB10E2-DA7D-4765-B207-53B47556FA45}" dt="2026-03-11T01:16:20.439" v="496" actId="26606"/>
          <ac:spMkLst>
            <pc:docMk/>
            <pc:sldMk cId="1917191119" sldId="259"/>
            <ac:spMk id="38" creationId="{53E5B1A8-3AC9-4BD1-9BBC-78CA94F2D1BA}"/>
          </ac:spMkLst>
        </pc:spChg>
        <pc:graphicFrameChg chg="mod modGraphic">
          <ac:chgData name="Elliot Mai" userId="1c49b37007f9488b" providerId="LiveId" clId="{3EDB10E2-DA7D-4765-B207-53B47556FA45}" dt="2026-03-11T01:17:16.075" v="512" actId="403"/>
          <ac:graphicFrameMkLst>
            <pc:docMk/>
            <pc:sldMk cId="1917191119" sldId="259"/>
            <ac:graphicFrameMk id="39" creationId="{3A054AE5-A1BF-BD60-2138-EF539969EEC2}"/>
          </ac:graphicFrameMkLst>
        </pc:graphicFrameChg>
      </pc:sldChg>
      <pc:sldChg chg="modSp add mod">
        <pc:chgData name="Elliot Mai" userId="1c49b37007f9488b" providerId="LiveId" clId="{3EDB10E2-DA7D-4765-B207-53B47556FA45}" dt="2026-03-07T20:49:13.416" v="324" actId="20577"/>
        <pc:sldMkLst>
          <pc:docMk/>
          <pc:sldMk cId="1049300616" sldId="261"/>
        </pc:sldMkLst>
        <pc:spChg chg="mod">
          <ac:chgData name="Elliot Mai" userId="1c49b37007f9488b" providerId="LiveId" clId="{3EDB10E2-DA7D-4765-B207-53B47556FA45}" dt="2026-03-07T20:49:13.416" v="324" actId="20577"/>
          <ac:spMkLst>
            <pc:docMk/>
            <pc:sldMk cId="1049300616" sldId="261"/>
            <ac:spMk id="4" creationId="{BD8DAD57-5C6E-5384-181C-936F2C3C9A25}"/>
          </ac:spMkLst>
        </pc:spChg>
      </pc:sldChg>
      <pc:sldChg chg="modSp add mod">
        <pc:chgData name="Elliot Mai" userId="1c49b37007f9488b" providerId="LiveId" clId="{3EDB10E2-DA7D-4765-B207-53B47556FA45}" dt="2026-03-10T23:49:36.210" v="483" actId="12385"/>
        <pc:sldMkLst>
          <pc:docMk/>
          <pc:sldMk cId="311887172" sldId="262"/>
        </pc:sldMkLst>
        <pc:spChg chg="mod">
          <ac:chgData name="Elliot Mai" userId="1c49b37007f9488b" providerId="LiveId" clId="{3EDB10E2-DA7D-4765-B207-53B47556FA45}" dt="2026-03-07T20:49:29.571" v="338" actId="20577"/>
          <ac:spMkLst>
            <pc:docMk/>
            <pc:sldMk cId="311887172" sldId="262"/>
            <ac:spMk id="4" creationId="{7F259041-F5AF-4E81-84C2-467F68486086}"/>
          </ac:spMkLst>
        </pc:spChg>
        <pc:graphicFrameChg chg="modGraphic">
          <ac:chgData name="Elliot Mai" userId="1c49b37007f9488b" providerId="LiveId" clId="{3EDB10E2-DA7D-4765-B207-53B47556FA45}" dt="2026-03-10T23:49:36.210" v="483" actId="12385"/>
          <ac:graphicFrameMkLst>
            <pc:docMk/>
            <pc:sldMk cId="311887172" sldId="262"/>
            <ac:graphicFrameMk id="7" creationId="{C014C83C-B42D-F15F-0A27-D8C9CD41FAD6}"/>
          </ac:graphicFrameMkLst>
        </pc:graphicFrameChg>
      </pc:sldChg>
      <pc:sldChg chg="addSp modSp add mod">
        <pc:chgData name="Elliot Mai" userId="1c49b37007f9488b" providerId="LiveId" clId="{3EDB10E2-DA7D-4765-B207-53B47556FA45}" dt="2026-03-07T21:10:15.671" v="371" actId="166"/>
        <pc:sldMkLst>
          <pc:docMk/>
          <pc:sldMk cId="1688651266" sldId="263"/>
        </pc:sldMkLst>
        <pc:spChg chg="mod">
          <ac:chgData name="Elliot Mai" userId="1c49b37007f9488b" providerId="LiveId" clId="{3EDB10E2-DA7D-4765-B207-53B47556FA45}" dt="2026-03-07T20:49:40.377" v="351" actId="20577"/>
          <ac:spMkLst>
            <pc:docMk/>
            <pc:sldMk cId="1688651266" sldId="263"/>
            <ac:spMk id="4" creationId="{231F8F56-FF93-B428-6088-9DEAC89E5C04}"/>
          </ac:spMkLst>
        </pc:spChg>
        <pc:spChg chg="mod ord">
          <ac:chgData name="Elliot Mai" userId="1c49b37007f9488b" providerId="LiveId" clId="{3EDB10E2-DA7D-4765-B207-53B47556FA45}" dt="2026-03-07T21:10:15.671" v="371" actId="166"/>
          <ac:spMkLst>
            <pc:docMk/>
            <pc:sldMk cId="1688651266" sldId="263"/>
            <ac:spMk id="6" creationId="{53BDE638-0B07-6572-0623-44A0C9BCEAA8}"/>
          </ac:spMkLst>
        </pc:spChg>
        <pc:picChg chg="add mod">
          <ac:chgData name="Elliot Mai" userId="1c49b37007f9488b" providerId="LiveId" clId="{3EDB10E2-DA7D-4765-B207-53B47556FA45}" dt="2026-03-07T21:10:10.486" v="370" actId="1076"/>
          <ac:picMkLst>
            <pc:docMk/>
            <pc:sldMk cId="1688651266" sldId="263"/>
            <ac:picMk id="3" creationId="{FF40C100-B6A3-EDB3-F7AD-007ABD7FD925}"/>
          </ac:picMkLst>
        </pc:picChg>
      </pc:sldChg>
      <pc:sldChg chg="del">
        <pc:chgData name="Elliot Mai" userId="1c49b37007f9488b" providerId="LiveId" clId="{3EDB10E2-DA7D-4765-B207-53B47556FA45}" dt="2026-03-10T23:51:05.324" v="491" actId="2696"/>
        <pc:sldMkLst>
          <pc:docMk/>
          <pc:sldMk cId="3143798579" sldId="264"/>
        </pc:sldMkLst>
      </pc:sldChg>
      <pc:sldChg chg="delSp add del setBg delDesignElem">
        <pc:chgData name="Elliot Mai" userId="1c49b37007f9488b" providerId="LiveId" clId="{3EDB10E2-DA7D-4765-B207-53B47556FA45}" dt="2026-03-10T23:46:21.714" v="442" actId="2696"/>
        <pc:sldMkLst>
          <pc:docMk/>
          <pc:sldMk cId="1189908222" sldId="265"/>
        </pc:sldMkLst>
        <pc:spChg chg="del">
          <ac:chgData name="Elliot Mai" userId="1c49b37007f9488b" providerId="LiveId" clId="{3EDB10E2-DA7D-4765-B207-53B47556FA45}" dt="2026-03-10T23:46:11.441" v="441"/>
          <ac:spMkLst>
            <pc:docMk/>
            <pc:sldMk cId="1189908222" sldId="265"/>
            <ac:spMk id="24" creationId="{19A3DFDE-3918-3CD6-7F8A-89BDDCCB230B}"/>
          </ac:spMkLst>
        </pc:spChg>
        <pc:spChg chg="del">
          <ac:chgData name="Elliot Mai" userId="1c49b37007f9488b" providerId="LiveId" clId="{3EDB10E2-DA7D-4765-B207-53B47556FA45}" dt="2026-03-10T23:46:11.441" v="441"/>
          <ac:spMkLst>
            <pc:docMk/>
            <pc:sldMk cId="1189908222" sldId="265"/>
            <ac:spMk id="26" creationId="{A9D0B3B4-7FE4-9509-E7FF-6882F999DF0D}"/>
          </ac:spMkLst>
        </pc:spChg>
        <pc:spChg chg="del">
          <ac:chgData name="Elliot Mai" userId="1c49b37007f9488b" providerId="LiveId" clId="{3EDB10E2-DA7D-4765-B207-53B47556FA45}" dt="2026-03-10T23:46:11.441" v="441"/>
          <ac:spMkLst>
            <pc:docMk/>
            <pc:sldMk cId="1189908222" sldId="265"/>
            <ac:spMk id="28" creationId="{F920737D-3444-7151-3526-99CD610D87B8}"/>
          </ac:spMkLst>
        </pc:spChg>
        <pc:spChg chg="del">
          <ac:chgData name="Elliot Mai" userId="1c49b37007f9488b" providerId="LiveId" clId="{3EDB10E2-DA7D-4765-B207-53B47556FA45}" dt="2026-03-10T23:46:11.441" v="441"/>
          <ac:spMkLst>
            <pc:docMk/>
            <pc:sldMk cId="1189908222" sldId="265"/>
            <ac:spMk id="30" creationId="{6D2C186C-6EFA-778B-1A2D-3162119CFB66}"/>
          </ac:spMkLst>
        </pc:spChg>
        <pc:spChg chg="del">
          <ac:chgData name="Elliot Mai" userId="1c49b37007f9488b" providerId="LiveId" clId="{3EDB10E2-DA7D-4765-B207-53B47556FA45}" dt="2026-03-10T23:46:11.441" v="441"/>
          <ac:spMkLst>
            <pc:docMk/>
            <pc:sldMk cId="1189908222" sldId="265"/>
            <ac:spMk id="32" creationId="{8AFF51E3-F6D2-1273-0A11-1FED143B8121}"/>
          </ac:spMkLst>
        </pc:spChg>
      </pc:sldChg>
      <pc:sldChg chg="new del">
        <pc:chgData name="Elliot Mai" userId="1c49b37007f9488b" providerId="LiveId" clId="{3EDB10E2-DA7D-4765-B207-53B47556FA45}" dt="2026-03-10T23:46:02.219" v="439" actId="680"/>
        <pc:sldMkLst>
          <pc:docMk/>
          <pc:sldMk cId="1750510601" sldId="265"/>
        </pc:sldMkLst>
      </pc:sldChg>
      <pc:sldChg chg="addSp delSp modSp add mod">
        <pc:chgData name="Elliot Mai" userId="1c49b37007f9488b" providerId="LiveId" clId="{3EDB10E2-DA7D-4765-B207-53B47556FA45}" dt="2026-03-10T23:50:16.671" v="490" actId="14100"/>
        <pc:sldMkLst>
          <pc:docMk/>
          <pc:sldMk cId="3554631781" sldId="265"/>
        </pc:sldMkLst>
        <pc:spChg chg="mod">
          <ac:chgData name="Elliot Mai" userId="1c49b37007f9488b" providerId="LiveId" clId="{3EDB10E2-DA7D-4765-B207-53B47556FA45}" dt="2026-03-10T23:46:57.152" v="450"/>
          <ac:spMkLst>
            <pc:docMk/>
            <pc:sldMk cId="3554631781" sldId="265"/>
            <ac:spMk id="4" creationId="{6B555A65-D691-8BA6-1405-4571EB324A45}"/>
          </ac:spMkLst>
        </pc:spChg>
        <pc:spChg chg="mod">
          <ac:chgData name="Elliot Mai" userId="1c49b37007f9488b" providerId="LiveId" clId="{3EDB10E2-DA7D-4765-B207-53B47556FA45}" dt="2026-03-10T23:50:07.768" v="489" actId="27636"/>
          <ac:spMkLst>
            <pc:docMk/>
            <pc:sldMk cId="3554631781" sldId="265"/>
            <ac:spMk id="6" creationId="{D51FF78F-E65B-C86B-FD89-E10C13406F82}"/>
          </ac:spMkLst>
        </pc:spChg>
        <pc:graphicFrameChg chg="add mod modGraphic">
          <ac:chgData name="Elliot Mai" userId="1c49b37007f9488b" providerId="LiveId" clId="{3EDB10E2-DA7D-4765-B207-53B47556FA45}" dt="2026-03-10T23:50:16.671" v="490" actId="14100"/>
          <ac:graphicFrameMkLst>
            <pc:docMk/>
            <pc:sldMk cId="3554631781" sldId="265"/>
            <ac:graphicFrameMk id="2" creationId="{32243835-685A-C8C7-CC13-9D21F582DF50}"/>
          </ac:graphicFrameMkLst>
        </pc:graphicFrameChg>
        <pc:picChg chg="del">
          <ac:chgData name="Elliot Mai" userId="1c49b37007f9488b" providerId="LiveId" clId="{3EDB10E2-DA7D-4765-B207-53B47556FA45}" dt="2026-03-10T23:48:11.538" v="471" actId="478"/>
          <ac:picMkLst>
            <pc:docMk/>
            <pc:sldMk cId="3554631781" sldId="265"/>
            <ac:picMk id="3" creationId="{833ECAB8-39BF-E782-D976-A59BCEC4D90A}"/>
          </ac:picMkLst>
        </pc:picChg>
      </pc:sldChg>
      <pc:sldChg chg="addSp delSp add del setBg delDesignElem">
        <pc:chgData name="Elliot Mai" userId="1c49b37007f9488b" providerId="LiveId" clId="{3EDB10E2-DA7D-4765-B207-53B47556FA45}" dt="2026-03-10T23:46:25.761" v="445"/>
        <pc:sldMkLst>
          <pc:docMk/>
          <pc:sldMk cId="3680739687" sldId="265"/>
        </pc:sldMkLst>
        <pc:spChg chg="add del">
          <ac:chgData name="Elliot Mai" userId="1c49b37007f9488b" providerId="LiveId" clId="{3EDB10E2-DA7D-4765-B207-53B47556FA45}" dt="2026-03-10T23:46:25.761" v="445"/>
          <ac:spMkLst>
            <pc:docMk/>
            <pc:sldMk cId="3680739687" sldId="265"/>
            <ac:spMk id="24" creationId="{A2065D23-4DEA-B3A1-2561-B9217F8E10A4}"/>
          </ac:spMkLst>
        </pc:spChg>
        <pc:spChg chg="add del">
          <ac:chgData name="Elliot Mai" userId="1c49b37007f9488b" providerId="LiveId" clId="{3EDB10E2-DA7D-4765-B207-53B47556FA45}" dt="2026-03-10T23:46:25.761" v="445"/>
          <ac:spMkLst>
            <pc:docMk/>
            <pc:sldMk cId="3680739687" sldId="265"/>
            <ac:spMk id="26" creationId="{DD3A536B-9B85-0A79-81E1-3DCB854E40C5}"/>
          </ac:spMkLst>
        </pc:spChg>
        <pc:spChg chg="add del">
          <ac:chgData name="Elliot Mai" userId="1c49b37007f9488b" providerId="LiveId" clId="{3EDB10E2-DA7D-4765-B207-53B47556FA45}" dt="2026-03-10T23:46:25.761" v="445"/>
          <ac:spMkLst>
            <pc:docMk/>
            <pc:sldMk cId="3680739687" sldId="265"/>
            <ac:spMk id="28" creationId="{40174B32-FF9C-A4CC-7A81-FD922AA3E5FA}"/>
          </ac:spMkLst>
        </pc:spChg>
        <pc:spChg chg="add del">
          <ac:chgData name="Elliot Mai" userId="1c49b37007f9488b" providerId="LiveId" clId="{3EDB10E2-DA7D-4765-B207-53B47556FA45}" dt="2026-03-10T23:46:25.761" v="445"/>
          <ac:spMkLst>
            <pc:docMk/>
            <pc:sldMk cId="3680739687" sldId="265"/>
            <ac:spMk id="30" creationId="{BF32B8D6-6651-9702-206C-43B07EE5A757}"/>
          </ac:spMkLst>
        </pc:spChg>
        <pc:spChg chg="add del">
          <ac:chgData name="Elliot Mai" userId="1c49b37007f9488b" providerId="LiveId" clId="{3EDB10E2-DA7D-4765-B207-53B47556FA45}" dt="2026-03-10T23:46:25.761" v="445"/>
          <ac:spMkLst>
            <pc:docMk/>
            <pc:sldMk cId="3680739687" sldId="265"/>
            <ac:spMk id="32" creationId="{1F4A656E-3CE0-4461-5F12-0C809C08FAF7}"/>
          </ac:spMkLst>
        </pc:spChg>
      </pc:sldChg>
    </pc:docChg>
  </pc:docChgLst>
  <pc:docChgLst>
    <pc:chgData name="Guest User" providerId="Windows Live" clId="Web-{4B232746-762D-DE8C-7D01-26173855CD31}"/>
    <pc:docChg chg="modSld">
      <pc:chgData name="Guest User" userId="" providerId="Windows Live" clId="Web-{4B232746-762D-DE8C-7D01-26173855CD31}" dt="2026-03-07T20:59:10.562" v="275"/>
      <pc:docMkLst>
        <pc:docMk/>
      </pc:docMkLst>
      <pc:sldChg chg="addSp delSp modSp">
        <pc:chgData name="Guest User" userId="" providerId="Windows Live" clId="Web-{4B232746-762D-DE8C-7D01-26173855CD31}" dt="2026-03-07T20:59:10.562" v="275"/>
        <pc:sldMkLst>
          <pc:docMk/>
          <pc:sldMk cId="1823981096" sldId="258"/>
        </pc:sldMkLst>
        <pc:spChg chg="mod">
          <ac:chgData name="Guest User" userId="" providerId="Windows Live" clId="Web-{4B232746-762D-DE8C-7D01-26173855CD31}" dt="2026-03-07T20:57:40.764" v="271" actId="14100"/>
          <ac:spMkLst>
            <pc:docMk/>
            <pc:sldMk cId="1823981096" sldId="258"/>
            <ac:spMk id="6" creationId="{72B352EF-DE90-69E1-4DC1-284688B26B2E}"/>
          </ac:spMkLst>
        </pc:spChg>
        <pc:graphicFrameChg chg="add mod modGraphic">
          <ac:chgData name="Guest User" userId="" providerId="Windows Live" clId="Web-{4B232746-762D-DE8C-7D01-26173855CD31}" dt="2026-03-07T20:59:10.562" v="275"/>
          <ac:graphicFrameMkLst>
            <pc:docMk/>
            <pc:sldMk cId="1823981096" sldId="258"/>
            <ac:graphicFrameMk id="2" creationId="{97FBE674-9B9D-3B6A-DD4F-0E9E0EB4B527}"/>
          </ac:graphicFrameMkLst>
        </pc:graphicFrameChg>
        <pc:picChg chg="add mod">
          <ac:chgData name="Guest User" userId="" providerId="Windows Live" clId="Web-{4B232746-762D-DE8C-7D01-26173855CD31}" dt="2026-03-07T20:57:57.186" v="273" actId="1076"/>
          <ac:picMkLst>
            <pc:docMk/>
            <pc:sldMk cId="1823981096" sldId="258"/>
            <ac:picMk id="7" creationId="{67065725-5FD7-1C36-723A-B649980F626C}"/>
          </ac:picMkLst>
        </pc:picChg>
        <pc:picChg chg="add mod">
          <ac:chgData name="Guest User" userId="" providerId="Windows Live" clId="Web-{4B232746-762D-DE8C-7D01-26173855CD31}" dt="2026-03-07T20:58:03.342" v="274" actId="1076"/>
          <ac:picMkLst>
            <pc:docMk/>
            <pc:sldMk cId="1823981096" sldId="258"/>
            <ac:picMk id="8" creationId="{56482691-3CC1-39DA-E022-0F9496855775}"/>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A6F1477-8474-47E8-8A0E-9A4847AE78D9}"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67AE771-CE72-4C07-99EA-F01B05575451}">
      <dgm:prSet custT="1"/>
      <dgm:spPr/>
      <dgm:t>
        <a:bodyPr/>
        <a:lstStyle/>
        <a:p>
          <a:pPr>
            <a:lnSpc>
              <a:spcPct val="100000"/>
            </a:lnSpc>
          </a:pPr>
          <a:r>
            <a:rPr lang="en-US" sz="1400" b="1" dirty="0"/>
            <a:t>Larger batch size trades minimal accuracy for faster training.</a:t>
          </a:r>
          <a:r>
            <a:rPr lang="en-US" sz="1400" dirty="0"/>
            <a:t> </a:t>
          </a:r>
        </a:p>
        <a:p>
          <a:pPr>
            <a:lnSpc>
              <a:spcPct val="100000"/>
            </a:lnSpc>
          </a:pPr>
          <a:r>
            <a:rPr lang="en-US" sz="1400" dirty="0"/>
            <a:t>Increasing batch size from 32 to 64 reduced training time by 29% with only a 0.23% drop in accuracy.</a:t>
          </a:r>
        </a:p>
      </dgm:t>
    </dgm:pt>
    <dgm:pt modelId="{409190EA-6F98-49EE-9F76-A8C8ECC874EE}" type="parTrans" cxnId="{9F362A70-E190-4ACF-B5A9-F0970A698EE1}">
      <dgm:prSet/>
      <dgm:spPr/>
      <dgm:t>
        <a:bodyPr/>
        <a:lstStyle/>
        <a:p>
          <a:endParaRPr lang="en-US" sz="2400"/>
        </a:p>
      </dgm:t>
    </dgm:pt>
    <dgm:pt modelId="{075CE9EF-8EF1-416C-BC7E-FF9DD19AE0E8}" type="sibTrans" cxnId="{9F362A70-E190-4ACF-B5A9-F0970A698EE1}">
      <dgm:prSet/>
      <dgm:spPr/>
      <dgm:t>
        <a:bodyPr/>
        <a:lstStyle/>
        <a:p>
          <a:endParaRPr lang="en-US" sz="2400"/>
        </a:p>
      </dgm:t>
    </dgm:pt>
    <dgm:pt modelId="{3BAC4AC2-95BE-4F79-A890-9F45D127CC9F}">
      <dgm:prSet custT="1"/>
      <dgm:spPr/>
      <dgm:t>
        <a:bodyPr/>
        <a:lstStyle/>
        <a:p>
          <a:pPr>
            <a:lnSpc>
              <a:spcPct val="100000"/>
            </a:lnSpc>
          </a:pPr>
          <a:r>
            <a:rPr lang="en-US" sz="1400" b="1" dirty="0"/>
            <a:t>Model depth is the strongest driver of accuracy.</a:t>
          </a:r>
          <a:r>
            <a:rPr lang="en-US" sz="1400" dirty="0"/>
            <a:t> </a:t>
          </a:r>
        </a:p>
        <a:p>
          <a:pPr>
            <a:lnSpc>
              <a:spcPct val="100000"/>
            </a:lnSpc>
          </a:pPr>
          <a:r>
            <a:rPr lang="en-US" sz="1400" dirty="0"/>
            <a:t>Adding two more Conv2D+Pooling blocks pushed training accuracy to ~99.3%, the highest of any version.</a:t>
          </a:r>
        </a:p>
      </dgm:t>
    </dgm:pt>
    <dgm:pt modelId="{9AD7202F-0E60-4341-8AF3-2C9140E6F183}" type="parTrans" cxnId="{D03BA2FE-D14D-4A4E-BE5F-E3A426C9230C}">
      <dgm:prSet/>
      <dgm:spPr/>
      <dgm:t>
        <a:bodyPr/>
        <a:lstStyle/>
        <a:p>
          <a:endParaRPr lang="en-US" sz="2400"/>
        </a:p>
      </dgm:t>
    </dgm:pt>
    <dgm:pt modelId="{6A9F8A51-4478-43D5-9F8E-912E9728AD84}" type="sibTrans" cxnId="{D03BA2FE-D14D-4A4E-BE5F-E3A426C9230C}">
      <dgm:prSet/>
      <dgm:spPr/>
      <dgm:t>
        <a:bodyPr/>
        <a:lstStyle/>
        <a:p>
          <a:endParaRPr lang="en-US" sz="2400"/>
        </a:p>
      </dgm:t>
    </dgm:pt>
    <dgm:pt modelId="{C4B6D920-EFE4-4F70-8589-49EC2BFCF63C}">
      <dgm:prSet custT="1"/>
      <dgm:spPr/>
      <dgm:t>
        <a:bodyPr/>
        <a:lstStyle/>
        <a:p>
          <a:pPr>
            <a:lnSpc>
              <a:spcPct val="100000"/>
            </a:lnSpc>
          </a:pPr>
          <a:r>
            <a:rPr lang="en-US" sz="1400" b="1" dirty="0"/>
            <a:t>Over-reducing model size causes severe underfitting.</a:t>
          </a:r>
          <a:r>
            <a:rPr lang="en-US" sz="1400" dirty="0"/>
            <a:t> </a:t>
          </a:r>
        </a:p>
        <a:p>
          <a:pPr>
            <a:lnSpc>
              <a:spcPct val="100000"/>
            </a:lnSpc>
          </a:pPr>
          <a:r>
            <a:rPr lang="en-US" sz="1400" dirty="0"/>
            <a:t>Shrinking filters, neurons, and epochs cut training time by 57% but collapsed accuracy to just 80.35%.</a:t>
          </a:r>
        </a:p>
      </dgm:t>
    </dgm:pt>
    <dgm:pt modelId="{9DD87267-4B06-46C9-8119-CFFC2D93E2F6}" type="parTrans" cxnId="{E1A78AB8-2EE0-440E-8DAE-DA5028D6E338}">
      <dgm:prSet/>
      <dgm:spPr/>
      <dgm:t>
        <a:bodyPr/>
        <a:lstStyle/>
        <a:p>
          <a:endParaRPr lang="en-US" sz="2400"/>
        </a:p>
      </dgm:t>
    </dgm:pt>
    <dgm:pt modelId="{48996BF2-921E-487C-A3A3-3D89F0117C64}" type="sibTrans" cxnId="{E1A78AB8-2EE0-440E-8DAE-DA5028D6E338}">
      <dgm:prSet/>
      <dgm:spPr/>
      <dgm:t>
        <a:bodyPr/>
        <a:lstStyle/>
        <a:p>
          <a:endParaRPr lang="en-US" sz="2400"/>
        </a:p>
      </dgm:t>
    </dgm:pt>
    <dgm:pt modelId="{A6F06A8C-24DD-40A6-B113-3BE3173EB755}">
      <dgm:prSet custT="1"/>
      <dgm:spPr/>
      <dgm:t>
        <a:bodyPr/>
        <a:lstStyle/>
        <a:p>
          <a:pPr>
            <a:lnSpc>
              <a:spcPct val="100000"/>
            </a:lnSpc>
          </a:pPr>
          <a:r>
            <a:rPr lang="en-US" sz="1400" b="1" dirty="0"/>
            <a:t>Dropout improves stability without sacrificing accuracy.</a:t>
          </a:r>
          <a:r>
            <a:rPr lang="en-US" sz="1400" dirty="0"/>
            <a:t> </a:t>
          </a:r>
        </a:p>
        <a:p>
          <a:pPr>
            <a:lnSpc>
              <a:spcPct val="100000"/>
            </a:lnSpc>
          </a:pPr>
          <a:r>
            <a:rPr lang="en-US" sz="1400" dirty="0"/>
            <a:t>Adding dropout layers slightly improved test accuracy to 98.80% and reduced loss compared to baseline.</a:t>
          </a:r>
        </a:p>
      </dgm:t>
    </dgm:pt>
    <dgm:pt modelId="{86F72C9A-12A8-439D-8B97-6202B5F60186}" type="parTrans" cxnId="{944B4964-FCA8-4334-9605-EE5B01FCAB92}">
      <dgm:prSet/>
      <dgm:spPr/>
      <dgm:t>
        <a:bodyPr/>
        <a:lstStyle/>
        <a:p>
          <a:endParaRPr lang="en-US" sz="2400"/>
        </a:p>
      </dgm:t>
    </dgm:pt>
    <dgm:pt modelId="{91EFF406-1556-4367-BADE-BC1A1E0B2020}" type="sibTrans" cxnId="{944B4964-FCA8-4334-9605-EE5B01FCAB92}">
      <dgm:prSet/>
      <dgm:spPr/>
      <dgm:t>
        <a:bodyPr/>
        <a:lstStyle/>
        <a:p>
          <a:endParaRPr lang="en-US" sz="2400"/>
        </a:p>
      </dgm:t>
    </dgm:pt>
    <dgm:pt modelId="{96B57FF8-7A75-484C-A971-77830DC8E034}" type="pres">
      <dgm:prSet presAssocID="{8A6F1477-8474-47E8-8A0E-9A4847AE78D9}" presName="root" presStyleCnt="0">
        <dgm:presLayoutVars>
          <dgm:dir/>
          <dgm:resizeHandles val="exact"/>
        </dgm:presLayoutVars>
      </dgm:prSet>
      <dgm:spPr/>
    </dgm:pt>
    <dgm:pt modelId="{D0EFCDA1-4193-478E-B896-1C25799FB51F}" type="pres">
      <dgm:prSet presAssocID="{C67AE771-CE72-4C07-99EA-F01B05575451}" presName="compNode" presStyleCnt="0"/>
      <dgm:spPr/>
    </dgm:pt>
    <dgm:pt modelId="{52CF68C6-29E1-43F6-B65D-7211D7C823D2}" type="pres">
      <dgm:prSet presAssocID="{C67AE771-CE72-4C07-99EA-F01B0557545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topwatch"/>
        </a:ext>
      </dgm:extLst>
    </dgm:pt>
    <dgm:pt modelId="{730BA43F-812F-4E20-880A-80DA9DE52463}" type="pres">
      <dgm:prSet presAssocID="{C67AE771-CE72-4C07-99EA-F01B05575451}" presName="spaceRect" presStyleCnt="0"/>
      <dgm:spPr/>
    </dgm:pt>
    <dgm:pt modelId="{486B61A9-5867-40CF-B6BE-B8C86A7CCA9D}" type="pres">
      <dgm:prSet presAssocID="{C67AE771-CE72-4C07-99EA-F01B05575451}" presName="textRect" presStyleLbl="revTx" presStyleIdx="0" presStyleCnt="4">
        <dgm:presLayoutVars>
          <dgm:chMax val="1"/>
          <dgm:chPref val="1"/>
        </dgm:presLayoutVars>
      </dgm:prSet>
      <dgm:spPr/>
    </dgm:pt>
    <dgm:pt modelId="{874362DD-F005-466C-B9F7-7CC703C4A3AD}" type="pres">
      <dgm:prSet presAssocID="{075CE9EF-8EF1-416C-BC7E-FF9DD19AE0E8}" presName="sibTrans" presStyleCnt="0"/>
      <dgm:spPr/>
    </dgm:pt>
    <dgm:pt modelId="{631DE275-E268-4C9E-B1FC-96BD0D0F496D}" type="pres">
      <dgm:prSet presAssocID="{3BAC4AC2-95BE-4F79-A890-9F45D127CC9F}" presName="compNode" presStyleCnt="0"/>
      <dgm:spPr/>
    </dgm:pt>
    <dgm:pt modelId="{11B1251B-FFAE-4A53-B80D-007EC675C9A8}" type="pres">
      <dgm:prSet presAssocID="{3BAC4AC2-95BE-4F79-A890-9F45D127CC9F}"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llseye"/>
        </a:ext>
      </dgm:extLst>
    </dgm:pt>
    <dgm:pt modelId="{4CB7103D-9732-4B81-A44C-048140359BAD}" type="pres">
      <dgm:prSet presAssocID="{3BAC4AC2-95BE-4F79-A890-9F45D127CC9F}" presName="spaceRect" presStyleCnt="0"/>
      <dgm:spPr/>
    </dgm:pt>
    <dgm:pt modelId="{738924C7-D731-4E9D-863F-4D0DC59302E3}" type="pres">
      <dgm:prSet presAssocID="{3BAC4AC2-95BE-4F79-A890-9F45D127CC9F}" presName="textRect" presStyleLbl="revTx" presStyleIdx="1" presStyleCnt="4">
        <dgm:presLayoutVars>
          <dgm:chMax val="1"/>
          <dgm:chPref val="1"/>
        </dgm:presLayoutVars>
      </dgm:prSet>
      <dgm:spPr/>
    </dgm:pt>
    <dgm:pt modelId="{DDF253AD-3FA6-46EC-8886-653535CECC25}" type="pres">
      <dgm:prSet presAssocID="{6A9F8A51-4478-43D5-9F8E-912E9728AD84}" presName="sibTrans" presStyleCnt="0"/>
      <dgm:spPr/>
    </dgm:pt>
    <dgm:pt modelId="{7A7EC9B4-9167-4F54-B884-45B326779A1B}" type="pres">
      <dgm:prSet presAssocID="{C4B6D920-EFE4-4F70-8589-49EC2BFCF63C}" presName="compNode" presStyleCnt="0"/>
      <dgm:spPr/>
    </dgm:pt>
    <dgm:pt modelId="{FA35E90F-EFC4-4950-9FB3-628E5AA0E546}" type="pres">
      <dgm:prSet presAssocID="{C4B6D920-EFE4-4F70-8589-49EC2BFCF63C}"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rain"/>
        </a:ext>
      </dgm:extLst>
    </dgm:pt>
    <dgm:pt modelId="{FE03A202-D8BA-4589-87C7-43DFFBDBC26F}" type="pres">
      <dgm:prSet presAssocID="{C4B6D920-EFE4-4F70-8589-49EC2BFCF63C}" presName="spaceRect" presStyleCnt="0"/>
      <dgm:spPr/>
    </dgm:pt>
    <dgm:pt modelId="{567F7536-B00C-41A2-821B-5B54467CE285}" type="pres">
      <dgm:prSet presAssocID="{C4B6D920-EFE4-4F70-8589-49EC2BFCF63C}" presName="textRect" presStyleLbl="revTx" presStyleIdx="2" presStyleCnt="4">
        <dgm:presLayoutVars>
          <dgm:chMax val="1"/>
          <dgm:chPref val="1"/>
        </dgm:presLayoutVars>
      </dgm:prSet>
      <dgm:spPr/>
    </dgm:pt>
    <dgm:pt modelId="{3EF3C0D7-88BD-40B4-9E9D-DCF7FBD593A9}" type="pres">
      <dgm:prSet presAssocID="{48996BF2-921E-487C-A3A3-3D89F0117C64}" presName="sibTrans" presStyleCnt="0"/>
      <dgm:spPr/>
    </dgm:pt>
    <dgm:pt modelId="{052FFAB9-2BE1-404F-83F7-B529C40A4535}" type="pres">
      <dgm:prSet presAssocID="{A6F06A8C-24DD-40A6-B113-3BE3173EB755}" presName="compNode" presStyleCnt="0"/>
      <dgm:spPr/>
    </dgm:pt>
    <dgm:pt modelId="{DB3A1ABE-AC0A-4BE2-8713-61BC0507EC2B}" type="pres">
      <dgm:prSet presAssocID="{A6F06A8C-24DD-40A6-B113-3BE3173EB75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Checkmark"/>
        </a:ext>
      </dgm:extLst>
    </dgm:pt>
    <dgm:pt modelId="{9E5BBC21-A4AF-4C76-9494-AF9CF7DF321B}" type="pres">
      <dgm:prSet presAssocID="{A6F06A8C-24DD-40A6-B113-3BE3173EB755}" presName="spaceRect" presStyleCnt="0"/>
      <dgm:spPr/>
    </dgm:pt>
    <dgm:pt modelId="{3F25968F-BCC1-4E8E-8630-137DC457953E}" type="pres">
      <dgm:prSet presAssocID="{A6F06A8C-24DD-40A6-B113-3BE3173EB755}" presName="textRect" presStyleLbl="revTx" presStyleIdx="3" presStyleCnt="4">
        <dgm:presLayoutVars>
          <dgm:chMax val="1"/>
          <dgm:chPref val="1"/>
        </dgm:presLayoutVars>
      </dgm:prSet>
      <dgm:spPr/>
    </dgm:pt>
  </dgm:ptLst>
  <dgm:cxnLst>
    <dgm:cxn modelId="{C86AF12F-D7A5-44A7-AAC0-7C05393797B9}" type="presOf" srcId="{C4B6D920-EFE4-4F70-8589-49EC2BFCF63C}" destId="{567F7536-B00C-41A2-821B-5B54467CE285}" srcOrd="0" destOrd="0" presId="urn:microsoft.com/office/officeart/2018/2/layout/IconLabelList"/>
    <dgm:cxn modelId="{8150733B-BD16-40E9-89AA-8E31E1AA8710}" type="presOf" srcId="{8A6F1477-8474-47E8-8A0E-9A4847AE78D9}" destId="{96B57FF8-7A75-484C-A971-77830DC8E034}" srcOrd="0" destOrd="0" presId="urn:microsoft.com/office/officeart/2018/2/layout/IconLabelList"/>
    <dgm:cxn modelId="{AE07415F-5372-43B9-A6DD-BFE946203C6F}" type="presOf" srcId="{3BAC4AC2-95BE-4F79-A890-9F45D127CC9F}" destId="{738924C7-D731-4E9D-863F-4D0DC59302E3}" srcOrd="0" destOrd="0" presId="urn:microsoft.com/office/officeart/2018/2/layout/IconLabelList"/>
    <dgm:cxn modelId="{944B4964-FCA8-4334-9605-EE5B01FCAB92}" srcId="{8A6F1477-8474-47E8-8A0E-9A4847AE78D9}" destId="{A6F06A8C-24DD-40A6-B113-3BE3173EB755}" srcOrd="3" destOrd="0" parTransId="{86F72C9A-12A8-439D-8B97-6202B5F60186}" sibTransId="{91EFF406-1556-4367-BADE-BC1A1E0B2020}"/>
    <dgm:cxn modelId="{9F362A70-E190-4ACF-B5A9-F0970A698EE1}" srcId="{8A6F1477-8474-47E8-8A0E-9A4847AE78D9}" destId="{C67AE771-CE72-4C07-99EA-F01B05575451}" srcOrd="0" destOrd="0" parTransId="{409190EA-6F98-49EE-9F76-A8C8ECC874EE}" sibTransId="{075CE9EF-8EF1-416C-BC7E-FF9DD19AE0E8}"/>
    <dgm:cxn modelId="{E1A78AB8-2EE0-440E-8DAE-DA5028D6E338}" srcId="{8A6F1477-8474-47E8-8A0E-9A4847AE78D9}" destId="{C4B6D920-EFE4-4F70-8589-49EC2BFCF63C}" srcOrd="2" destOrd="0" parTransId="{9DD87267-4B06-46C9-8119-CFFC2D93E2F6}" sibTransId="{48996BF2-921E-487C-A3A3-3D89F0117C64}"/>
    <dgm:cxn modelId="{9AC90BCE-6D50-43F1-9ECE-E7F04003DADE}" type="presOf" srcId="{A6F06A8C-24DD-40A6-B113-3BE3173EB755}" destId="{3F25968F-BCC1-4E8E-8630-137DC457953E}" srcOrd="0" destOrd="0" presId="urn:microsoft.com/office/officeart/2018/2/layout/IconLabelList"/>
    <dgm:cxn modelId="{DA5AD5E9-6D90-4F7B-92F9-2C36BBAD2425}" type="presOf" srcId="{C67AE771-CE72-4C07-99EA-F01B05575451}" destId="{486B61A9-5867-40CF-B6BE-B8C86A7CCA9D}" srcOrd="0" destOrd="0" presId="urn:microsoft.com/office/officeart/2018/2/layout/IconLabelList"/>
    <dgm:cxn modelId="{D03BA2FE-D14D-4A4E-BE5F-E3A426C9230C}" srcId="{8A6F1477-8474-47E8-8A0E-9A4847AE78D9}" destId="{3BAC4AC2-95BE-4F79-A890-9F45D127CC9F}" srcOrd="1" destOrd="0" parTransId="{9AD7202F-0E60-4341-8AF3-2C9140E6F183}" sibTransId="{6A9F8A51-4478-43D5-9F8E-912E9728AD84}"/>
    <dgm:cxn modelId="{889CC967-E345-4C61-B6D9-424CB607F3E1}" type="presParOf" srcId="{96B57FF8-7A75-484C-A971-77830DC8E034}" destId="{D0EFCDA1-4193-478E-B896-1C25799FB51F}" srcOrd="0" destOrd="0" presId="urn:microsoft.com/office/officeart/2018/2/layout/IconLabelList"/>
    <dgm:cxn modelId="{6F3F81D3-F62D-41A5-A997-2D3EA1CB40A9}" type="presParOf" srcId="{D0EFCDA1-4193-478E-B896-1C25799FB51F}" destId="{52CF68C6-29E1-43F6-B65D-7211D7C823D2}" srcOrd="0" destOrd="0" presId="urn:microsoft.com/office/officeart/2018/2/layout/IconLabelList"/>
    <dgm:cxn modelId="{C0F42A02-1323-4FE5-A0ED-CADAAE4DFDC3}" type="presParOf" srcId="{D0EFCDA1-4193-478E-B896-1C25799FB51F}" destId="{730BA43F-812F-4E20-880A-80DA9DE52463}" srcOrd="1" destOrd="0" presId="urn:microsoft.com/office/officeart/2018/2/layout/IconLabelList"/>
    <dgm:cxn modelId="{49764099-D41E-4C1D-8AC3-9977D038846D}" type="presParOf" srcId="{D0EFCDA1-4193-478E-B896-1C25799FB51F}" destId="{486B61A9-5867-40CF-B6BE-B8C86A7CCA9D}" srcOrd="2" destOrd="0" presId="urn:microsoft.com/office/officeart/2018/2/layout/IconLabelList"/>
    <dgm:cxn modelId="{3FC59A26-8BEB-4DC7-AEA7-828F1A41D9CD}" type="presParOf" srcId="{96B57FF8-7A75-484C-A971-77830DC8E034}" destId="{874362DD-F005-466C-B9F7-7CC703C4A3AD}" srcOrd="1" destOrd="0" presId="urn:microsoft.com/office/officeart/2018/2/layout/IconLabelList"/>
    <dgm:cxn modelId="{251A303D-F8EC-4AF2-8562-C7C28F1DB7D0}" type="presParOf" srcId="{96B57FF8-7A75-484C-A971-77830DC8E034}" destId="{631DE275-E268-4C9E-B1FC-96BD0D0F496D}" srcOrd="2" destOrd="0" presId="urn:microsoft.com/office/officeart/2018/2/layout/IconLabelList"/>
    <dgm:cxn modelId="{83D9D144-0F47-4DDD-A153-FFE7BE551C5C}" type="presParOf" srcId="{631DE275-E268-4C9E-B1FC-96BD0D0F496D}" destId="{11B1251B-FFAE-4A53-B80D-007EC675C9A8}" srcOrd="0" destOrd="0" presId="urn:microsoft.com/office/officeart/2018/2/layout/IconLabelList"/>
    <dgm:cxn modelId="{2AC4E9A5-4640-4CCF-B8AE-FC54A7281A0D}" type="presParOf" srcId="{631DE275-E268-4C9E-B1FC-96BD0D0F496D}" destId="{4CB7103D-9732-4B81-A44C-048140359BAD}" srcOrd="1" destOrd="0" presId="urn:microsoft.com/office/officeart/2018/2/layout/IconLabelList"/>
    <dgm:cxn modelId="{1EFA26C6-82D0-4CE2-B492-D51E573208EB}" type="presParOf" srcId="{631DE275-E268-4C9E-B1FC-96BD0D0F496D}" destId="{738924C7-D731-4E9D-863F-4D0DC59302E3}" srcOrd="2" destOrd="0" presId="urn:microsoft.com/office/officeart/2018/2/layout/IconLabelList"/>
    <dgm:cxn modelId="{CFFF74DC-DBFE-4EB6-B014-8F7406E4BF75}" type="presParOf" srcId="{96B57FF8-7A75-484C-A971-77830DC8E034}" destId="{DDF253AD-3FA6-46EC-8886-653535CECC25}" srcOrd="3" destOrd="0" presId="urn:microsoft.com/office/officeart/2018/2/layout/IconLabelList"/>
    <dgm:cxn modelId="{647BB26B-708D-4531-9F03-C6F8BF64C8D3}" type="presParOf" srcId="{96B57FF8-7A75-484C-A971-77830DC8E034}" destId="{7A7EC9B4-9167-4F54-B884-45B326779A1B}" srcOrd="4" destOrd="0" presId="urn:microsoft.com/office/officeart/2018/2/layout/IconLabelList"/>
    <dgm:cxn modelId="{6E8C5922-4197-47DA-8D1D-F5B07E2BE91B}" type="presParOf" srcId="{7A7EC9B4-9167-4F54-B884-45B326779A1B}" destId="{FA35E90F-EFC4-4950-9FB3-628E5AA0E546}" srcOrd="0" destOrd="0" presId="urn:microsoft.com/office/officeart/2018/2/layout/IconLabelList"/>
    <dgm:cxn modelId="{D33D8BC0-E0E4-4E14-8BAF-016319ADE917}" type="presParOf" srcId="{7A7EC9B4-9167-4F54-B884-45B326779A1B}" destId="{FE03A202-D8BA-4589-87C7-43DFFBDBC26F}" srcOrd="1" destOrd="0" presId="urn:microsoft.com/office/officeart/2018/2/layout/IconLabelList"/>
    <dgm:cxn modelId="{1CE66624-5B9C-463D-BEA1-F013F4D219B3}" type="presParOf" srcId="{7A7EC9B4-9167-4F54-B884-45B326779A1B}" destId="{567F7536-B00C-41A2-821B-5B54467CE285}" srcOrd="2" destOrd="0" presId="urn:microsoft.com/office/officeart/2018/2/layout/IconLabelList"/>
    <dgm:cxn modelId="{C6EEEF05-7AB7-4BD3-82F9-D38F4188F501}" type="presParOf" srcId="{96B57FF8-7A75-484C-A971-77830DC8E034}" destId="{3EF3C0D7-88BD-40B4-9E9D-DCF7FBD593A9}" srcOrd="5" destOrd="0" presId="urn:microsoft.com/office/officeart/2018/2/layout/IconLabelList"/>
    <dgm:cxn modelId="{D7CCD71C-4516-4D08-A42E-E372A7F05E23}" type="presParOf" srcId="{96B57FF8-7A75-484C-A971-77830DC8E034}" destId="{052FFAB9-2BE1-404F-83F7-B529C40A4535}" srcOrd="6" destOrd="0" presId="urn:microsoft.com/office/officeart/2018/2/layout/IconLabelList"/>
    <dgm:cxn modelId="{F27C0FCD-4CF8-4B96-A33D-A1579C652E2D}" type="presParOf" srcId="{052FFAB9-2BE1-404F-83F7-B529C40A4535}" destId="{DB3A1ABE-AC0A-4BE2-8713-61BC0507EC2B}" srcOrd="0" destOrd="0" presId="urn:microsoft.com/office/officeart/2018/2/layout/IconLabelList"/>
    <dgm:cxn modelId="{263911BF-0059-43B4-8EE5-912B64BF26A6}" type="presParOf" srcId="{052FFAB9-2BE1-404F-83F7-B529C40A4535}" destId="{9E5BBC21-A4AF-4C76-9494-AF9CF7DF321B}" srcOrd="1" destOrd="0" presId="urn:microsoft.com/office/officeart/2018/2/layout/IconLabelList"/>
    <dgm:cxn modelId="{DFE4DEA1-2AFC-49E4-A73C-7B34FD5ACE7E}" type="presParOf" srcId="{052FFAB9-2BE1-404F-83F7-B529C40A4535}" destId="{3F25968F-BCC1-4E8E-8630-137DC457953E}"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CF68C6-29E1-43F6-B65D-7211D7C823D2}">
      <dsp:nvSpPr>
        <dsp:cNvPr id="0" name=""/>
        <dsp:cNvSpPr/>
      </dsp:nvSpPr>
      <dsp:spPr>
        <a:xfrm>
          <a:off x="1378844" y="192100"/>
          <a:ext cx="788642" cy="78864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6B61A9-5867-40CF-B6BE-B8C86A7CCA9D}">
      <dsp:nvSpPr>
        <dsp:cNvPr id="0" name=""/>
        <dsp:cNvSpPr/>
      </dsp:nvSpPr>
      <dsp:spPr>
        <a:xfrm>
          <a:off x="896895" y="1475837"/>
          <a:ext cx="1752539" cy="2015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b="1" kern="1200" dirty="0"/>
            <a:t>Larger batch size trades minimal accuracy for faster training.</a:t>
          </a:r>
          <a:r>
            <a:rPr lang="en-US" sz="1400" kern="1200" dirty="0"/>
            <a:t> </a:t>
          </a:r>
        </a:p>
        <a:p>
          <a:pPr marL="0" lvl="0" indent="0" algn="ctr" defTabSz="622300">
            <a:lnSpc>
              <a:spcPct val="100000"/>
            </a:lnSpc>
            <a:spcBef>
              <a:spcPct val="0"/>
            </a:spcBef>
            <a:spcAft>
              <a:spcPct val="35000"/>
            </a:spcAft>
            <a:buNone/>
          </a:pPr>
          <a:r>
            <a:rPr lang="en-US" sz="1400" kern="1200" dirty="0"/>
            <a:t>Increasing batch size from 32 to 64 reduced training time by 29% with only a 0.23% drop in accuracy.</a:t>
          </a:r>
        </a:p>
      </dsp:txBody>
      <dsp:txXfrm>
        <a:off x="896895" y="1475837"/>
        <a:ext cx="1752539" cy="2015419"/>
      </dsp:txXfrm>
    </dsp:sp>
    <dsp:sp modelId="{11B1251B-FFAE-4A53-B80D-007EC675C9A8}">
      <dsp:nvSpPr>
        <dsp:cNvPr id="0" name=""/>
        <dsp:cNvSpPr/>
      </dsp:nvSpPr>
      <dsp:spPr>
        <a:xfrm>
          <a:off x="3438077" y="192100"/>
          <a:ext cx="788642" cy="78864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8924C7-D731-4E9D-863F-4D0DC59302E3}">
      <dsp:nvSpPr>
        <dsp:cNvPr id="0" name=""/>
        <dsp:cNvSpPr/>
      </dsp:nvSpPr>
      <dsp:spPr>
        <a:xfrm>
          <a:off x="2956129" y="1475837"/>
          <a:ext cx="1752539" cy="2015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b="1" kern="1200" dirty="0"/>
            <a:t>Model depth is the strongest driver of accuracy.</a:t>
          </a:r>
          <a:r>
            <a:rPr lang="en-US" sz="1400" kern="1200" dirty="0"/>
            <a:t> </a:t>
          </a:r>
        </a:p>
        <a:p>
          <a:pPr marL="0" lvl="0" indent="0" algn="ctr" defTabSz="622300">
            <a:lnSpc>
              <a:spcPct val="100000"/>
            </a:lnSpc>
            <a:spcBef>
              <a:spcPct val="0"/>
            </a:spcBef>
            <a:spcAft>
              <a:spcPct val="35000"/>
            </a:spcAft>
            <a:buNone/>
          </a:pPr>
          <a:r>
            <a:rPr lang="en-US" sz="1400" kern="1200" dirty="0"/>
            <a:t>Adding two more Conv2D+Pooling blocks pushed training accuracy to ~99.3%, the highest of any version.</a:t>
          </a:r>
        </a:p>
      </dsp:txBody>
      <dsp:txXfrm>
        <a:off x="2956129" y="1475837"/>
        <a:ext cx="1752539" cy="2015419"/>
      </dsp:txXfrm>
    </dsp:sp>
    <dsp:sp modelId="{FA35E90F-EFC4-4950-9FB3-628E5AA0E546}">
      <dsp:nvSpPr>
        <dsp:cNvPr id="0" name=""/>
        <dsp:cNvSpPr/>
      </dsp:nvSpPr>
      <dsp:spPr>
        <a:xfrm>
          <a:off x="5497310" y="192100"/>
          <a:ext cx="788642" cy="78864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7F7536-B00C-41A2-821B-5B54467CE285}">
      <dsp:nvSpPr>
        <dsp:cNvPr id="0" name=""/>
        <dsp:cNvSpPr/>
      </dsp:nvSpPr>
      <dsp:spPr>
        <a:xfrm>
          <a:off x="5015362" y="1475837"/>
          <a:ext cx="1752539" cy="2015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b="1" kern="1200" dirty="0"/>
            <a:t>Over-reducing model size causes severe underfitting.</a:t>
          </a:r>
          <a:r>
            <a:rPr lang="en-US" sz="1400" kern="1200" dirty="0"/>
            <a:t> </a:t>
          </a:r>
        </a:p>
        <a:p>
          <a:pPr marL="0" lvl="0" indent="0" algn="ctr" defTabSz="622300">
            <a:lnSpc>
              <a:spcPct val="100000"/>
            </a:lnSpc>
            <a:spcBef>
              <a:spcPct val="0"/>
            </a:spcBef>
            <a:spcAft>
              <a:spcPct val="35000"/>
            </a:spcAft>
            <a:buNone/>
          </a:pPr>
          <a:r>
            <a:rPr lang="en-US" sz="1400" kern="1200" dirty="0"/>
            <a:t>Shrinking filters, neurons, and epochs cut training time by 57% but collapsed accuracy to just 80.35%.</a:t>
          </a:r>
        </a:p>
      </dsp:txBody>
      <dsp:txXfrm>
        <a:off x="5015362" y="1475837"/>
        <a:ext cx="1752539" cy="2015419"/>
      </dsp:txXfrm>
    </dsp:sp>
    <dsp:sp modelId="{DB3A1ABE-AC0A-4BE2-8713-61BC0507EC2B}">
      <dsp:nvSpPr>
        <dsp:cNvPr id="0" name=""/>
        <dsp:cNvSpPr/>
      </dsp:nvSpPr>
      <dsp:spPr>
        <a:xfrm>
          <a:off x="7556544" y="192100"/>
          <a:ext cx="788642" cy="78864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25968F-BCC1-4E8E-8630-137DC457953E}">
      <dsp:nvSpPr>
        <dsp:cNvPr id="0" name=""/>
        <dsp:cNvSpPr/>
      </dsp:nvSpPr>
      <dsp:spPr>
        <a:xfrm>
          <a:off x="7074596" y="1475837"/>
          <a:ext cx="1752539" cy="2015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b="1" kern="1200" dirty="0"/>
            <a:t>Dropout improves stability without sacrificing accuracy.</a:t>
          </a:r>
          <a:r>
            <a:rPr lang="en-US" sz="1400" kern="1200" dirty="0"/>
            <a:t> </a:t>
          </a:r>
        </a:p>
        <a:p>
          <a:pPr marL="0" lvl="0" indent="0" algn="ctr" defTabSz="622300">
            <a:lnSpc>
              <a:spcPct val="100000"/>
            </a:lnSpc>
            <a:spcBef>
              <a:spcPct val="0"/>
            </a:spcBef>
            <a:spcAft>
              <a:spcPct val="35000"/>
            </a:spcAft>
            <a:buNone/>
          </a:pPr>
          <a:r>
            <a:rPr lang="en-US" sz="1400" kern="1200" dirty="0"/>
            <a:t>Adding dropout layers slightly improved test accuracy to 98.80% and reduced loss compared to baseline.</a:t>
          </a:r>
        </a:p>
      </dsp:txBody>
      <dsp:txXfrm>
        <a:off x="7074596" y="1475837"/>
        <a:ext cx="1752539" cy="2015419"/>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A8D88-2376-881D-B2FB-B6B694A7F49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150"/>
          </a:p>
        </p:txBody>
      </p:sp>
      <p:sp>
        <p:nvSpPr>
          <p:cNvPr id="3" name="Subtitle 2">
            <a:extLst>
              <a:ext uri="{FF2B5EF4-FFF2-40B4-BE49-F238E27FC236}">
                <a16:creationId xmlns:a16="http://schemas.microsoft.com/office/drawing/2014/main" id="{319B76B4-7239-AEDE-22B5-5599B893D4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150"/>
          </a:p>
        </p:txBody>
      </p:sp>
      <p:sp>
        <p:nvSpPr>
          <p:cNvPr id="4" name="Date Placeholder 3">
            <a:extLst>
              <a:ext uri="{FF2B5EF4-FFF2-40B4-BE49-F238E27FC236}">
                <a16:creationId xmlns:a16="http://schemas.microsoft.com/office/drawing/2014/main" id="{59289973-4997-2731-FA16-92E12FBB6A71}"/>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B2C54A23-53F0-62F9-48E4-E69B4060794B}"/>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C30F0B12-183C-ED54-5F4E-8378C13C5072}"/>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4912868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DF727-4F41-EEE5-ED2F-EDF17EF624C9}"/>
              </a:ext>
            </a:extLst>
          </p:cNvPr>
          <p:cNvSpPr>
            <a:spLocks noGrp="1"/>
          </p:cNvSpPr>
          <p:nvPr>
            <p:ph type="title"/>
          </p:nvPr>
        </p:nvSpPr>
        <p:spPr/>
        <p:txBody>
          <a:bodyPr/>
          <a:lstStyle/>
          <a:p>
            <a:r>
              <a:rPr lang="en-US"/>
              <a:t>Click to edit Master title style</a:t>
            </a:r>
            <a:endParaRPr lang="en-150"/>
          </a:p>
        </p:txBody>
      </p:sp>
      <p:sp>
        <p:nvSpPr>
          <p:cNvPr id="3" name="Content Placeholder 2">
            <a:extLst>
              <a:ext uri="{FF2B5EF4-FFF2-40B4-BE49-F238E27FC236}">
                <a16:creationId xmlns:a16="http://schemas.microsoft.com/office/drawing/2014/main" id="{887A5771-CA4E-DEF4-0D04-49589D9F948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58B97B1F-4DF1-B7C1-E708-2AFA53456430}"/>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14625144-E6DF-3551-89C3-1B843A0C70AB}"/>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56EB995F-D5D7-B4C8-1072-99495420D473}"/>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23331106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A81D-31E6-1C2E-44D5-A2510B1F82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150"/>
          </a:p>
        </p:txBody>
      </p:sp>
      <p:sp>
        <p:nvSpPr>
          <p:cNvPr id="3" name="Text Placeholder 2">
            <a:extLst>
              <a:ext uri="{FF2B5EF4-FFF2-40B4-BE49-F238E27FC236}">
                <a16:creationId xmlns:a16="http://schemas.microsoft.com/office/drawing/2014/main" id="{5B6C8DF9-86A0-5F72-6D28-EA60697BDC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0FD1EC-75D2-88EB-7AC9-4C81820E3F05}"/>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0F4C553C-0494-C36E-3CDC-5B856E503D7A}"/>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86D1B8C2-1838-5A18-4688-56BFAE45A00D}"/>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18459722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9182A-ECEA-E2E4-7374-5BCB366CFCC0}"/>
              </a:ext>
            </a:extLst>
          </p:cNvPr>
          <p:cNvSpPr>
            <a:spLocks noGrp="1"/>
          </p:cNvSpPr>
          <p:nvPr>
            <p:ph type="title"/>
          </p:nvPr>
        </p:nvSpPr>
        <p:spPr/>
        <p:txBody>
          <a:bodyPr/>
          <a:lstStyle/>
          <a:p>
            <a:r>
              <a:rPr lang="en-US"/>
              <a:t>Click to edit Master title style</a:t>
            </a:r>
            <a:endParaRPr lang="en-150"/>
          </a:p>
        </p:txBody>
      </p:sp>
      <p:sp>
        <p:nvSpPr>
          <p:cNvPr id="3" name="Content Placeholder 2">
            <a:extLst>
              <a:ext uri="{FF2B5EF4-FFF2-40B4-BE49-F238E27FC236}">
                <a16:creationId xmlns:a16="http://schemas.microsoft.com/office/drawing/2014/main" id="{3E53DD5B-0226-2C1D-C490-B26A76FD42B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Content Placeholder 3">
            <a:extLst>
              <a:ext uri="{FF2B5EF4-FFF2-40B4-BE49-F238E27FC236}">
                <a16:creationId xmlns:a16="http://schemas.microsoft.com/office/drawing/2014/main" id="{C62261F8-02EC-C7D4-26EE-EF5876863EC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5" name="Date Placeholder 4">
            <a:extLst>
              <a:ext uri="{FF2B5EF4-FFF2-40B4-BE49-F238E27FC236}">
                <a16:creationId xmlns:a16="http://schemas.microsoft.com/office/drawing/2014/main" id="{9D788577-B87C-FB08-E063-14DB12061048}"/>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6" name="Footer Placeholder 5">
            <a:extLst>
              <a:ext uri="{FF2B5EF4-FFF2-40B4-BE49-F238E27FC236}">
                <a16:creationId xmlns:a16="http://schemas.microsoft.com/office/drawing/2014/main" id="{AB87E305-A2DD-8D53-4B22-7BE62A3ACE28}"/>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BA220D2F-A7A2-E898-F11B-36655E763B81}"/>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1976048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D4ACC-C27B-1A82-2068-3CD93D0DA01C}"/>
              </a:ext>
            </a:extLst>
          </p:cNvPr>
          <p:cNvSpPr>
            <a:spLocks noGrp="1"/>
          </p:cNvSpPr>
          <p:nvPr>
            <p:ph type="title"/>
          </p:nvPr>
        </p:nvSpPr>
        <p:spPr>
          <a:xfrm>
            <a:off x="839788" y="365125"/>
            <a:ext cx="10515600" cy="1325563"/>
          </a:xfrm>
        </p:spPr>
        <p:txBody>
          <a:bodyPr/>
          <a:lstStyle/>
          <a:p>
            <a:r>
              <a:rPr lang="en-US"/>
              <a:t>Click to edit Master title style</a:t>
            </a:r>
            <a:endParaRPr lang="en-150"/>
          </a:p>
        </p:txBody>
      </p:sp>
      <p:sp>
        <p:nvSpPr>
          <p:cNvPr id="3" name="Text Placeholder 2">
            <a:extLst>
              <a:ext uri="{FF2B5EF4-FFF2-40B4-BE49-F238E27FC236}">
                <a16:creationId xmlns:a16="http://schemas.microsoft.com/office/drawing/2014/main" id="{BC2332D0-D12B-3F47-55CD-4A3AF47B7B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632556-7945-0DC1-D41C-CA2BCCE9EF2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5" name="Text Placeholder 4">
            <a:extLst>
              <a:ext uri="{FF2B5EF4-FFF2-40B4-BE49-F238E27FC236}">
                <a16:creationId xmlns:a16="http://schemas.microsoft.com/office/drawing/2014/main" id="{FFD1E6CF-A045-D4FB-F16E-F5211868B4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AC28765-FCCD-9F4F-2D42-BF0A30B287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7" name="Date Placeholder 6">
            <a:extLst>
              <a:ext uri="{FF2B5EF4-FFF2-40B4-BE49-F238E27FC236}">
                <a16:creationId xmlns:a16="http://schemas.microsoft.com/office/drawing/2014/main" id="{0770A3E7-BC72-3D3A-2E4D-529AD4CD147A}"/>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8" name="Footer Placeholder 7">
            <a:extLst>
              <a:ext uri="{FF2B5EF4-FFF2-40B4-BE49-F238E27FC236}">
                <a16:creationId xmlns:a16="http://schemas.microsoft.com/office/drawing/2014/main" id="{0172FC49-E39C-4D5D-D4A1-91BFD4580881}"/>
              </a:ext>
            </a:extLst>
          </p:cNvPr>
          <p:cNvSpPr>
            <a:spLocks noGrp="1"/>
          </p:cNvSpPr>
          <p:nvPr>
            <p:ph type="ftr" sz="quarter" idx="11"/>
          </p:nvPr>
        </p:nvSpPr>
        <p:spPr/>
        <p:txBody>
          <a:bodyPr/>
          <a:lstStyle/>
          <a:p>
            <a:endParaRPr lang="en-150"/>
          </a:p>
        </p:txBody>
      </p:sp>
      <p:sp>
        <p:nvSpPr>
          <p:cNvPr id="9" name="Slide Number Placeholder 8">
            <a:extLst>
              <a:ext uri="{FF2B5EF4-FFF2-40B4-BE49-F238E27FC236}">
                <a16:creationId xmlns:a16="http://schemas.microsoft.com/office/drawing/2014/main" id="{06685235-D346-ECED-774A-A7549F156A60}"/>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335620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72B7A-184B-7B6D-246A-AAE28A07773D}"/>
              </a:ext>
            </a:extLst>
          </p:cNvPr>
          <p:cNvSpPr>
            <a:spLocks noGrp="1"/>
          </p:cNvSpPr>
          <p:nvPr>
            <p:ph type="title"/>
          </p:nvPr>
        </p:nvSpPr>
        <p:spPr/>
        <p:txBody>
          <a:bodyPr/>
          <a:lstStyle/>
          <a:p>
            <a:r>
              <a:rPr lang="en-US"/>
              <a:t>Click to edit Master title style</a:t>
            </a:r>
            <a:endParaRPr lang="en-150"/>
          </a:p>
        </p:txBody>
      </p:sp>
      <p:sp>
        <p:nvSpPr>
          <p:cNvPr id="3" name="Date Placeholder 2">
            <a:extLst>
              <a:ext uri="{FF2B5EF4-FFF2-40B4-BE49-F238E27FC236}">
                <a16:creationId xmlns:a16="http://schemas.microsoft.com/office/drawing/2014/main" id="{4EC6F98D-4C42-EFFD-998B-A0CE921495F5}"/>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4" name="Footer Placeholder 3">
            <a:extLst>
              <a:ext uri="{FF2B5EF4-FFF2-40B4-BE49-F238E27FC236}">
                <a16:creationId xmlns:a16="http://schemas.microsoft.com/office/drawing/2014/main" id="{D56B2C55-9C0E-741B-860C-6316E7D48689}"/>
              </a:ext>
            </a:extLst>
          </p:cNvPr>
          <p:cNvSpPr>
            <a:spLocks noGrp="1"/>
          </p:cNvSpPr>
          <p:nvPr>
            <p:ph type="ftr" sz="quarter" idx="11"/>
          </p:nvPr>
        </p:nvSpPr>
        <p:spPr/>
        <p:txBody>
          <a:bodyPr/>
          <a:lstStyle/>
          <a:p>
            <a:endParaRPr lang="en-150"/>
          </a:p>
        </p:txBody>
      </p:sp>
      <p:sp>
        <p:nvSpPr>
          <p:cNvPr id="5" name="Slide Number Placeholder 4">
            <a:extLst>
              <a:ext uri="{FF2B5EF4-FFF2-40B4-BE49-F238E27FC236}">
                <a16:creationId xmlns:a16="http://schemas.microsoft.com/office/drawing/2014/main" id="{E9568E43-D08E-724B-7DE3-3310B082DC6C}"/>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1852983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20DEC5-9278-D69F-977F-ECC5F75FFEE3}"/>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3" name="Footer Placeholder 2">
            <a:extLst>
              <a:ext uri="{FF2B5EF4-FFF2-40B4-BE49-F238E27FC236}">
                <a16:creationId xmlns:a16="http://schemas.microsoft.com/office/drawing/2014/main" id="{28801438-2AAD-E38E-FB11-421244F9868F}"/>
              </a:ext>
            </a:extLst>
          </p:cNvPr>
          <p:cNvSpPr>
            <a:spLocks noGrp="1"/>
          </p:cNvSpPr>
          <p:nvPr>
            <p:ph type="ftr" sz="quarter" idx="11"/>
          </p:nvPr>
        </p:nvSpPr>
        <p:spPr/>
        <p:txBody>
          <a:bodyPr/>
          <a:lstStyle/>
          <a:p>
            <a:endParaRPr lang="en-150"/>
          </a:p>
        </p:txBody>
      </p:sp>
      <p:sp>
        <p:nvSpPr>
          <p:cNvPr id="4" name="Slide Number Placeholder 3">
            <a:extLst>
              <a:ext uri="{FF2B5EF4-FFF2-40B4-BE49-F238E27FC236}">
                <a16:creationId xmlns:a16="http://schemas.microsoft.com/office/drawing/2014/main" id="{8DA84786-71B2-FCDE-E1F3-7C12BDC6E51A}"/>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2495234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8FF6E-AB57-44AD-AFB0-8D4FEA0D91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150"/>
          </a:p>
        </p:txBody>
      </p:sp>
      <p:sp>
        <p:nvSpPr>
          <p:cNvPr id="3" name="Content Placeholder 2">
            <a:extLst>
              <a:ext uri="{FF2B5EF4-FFF2-40B4-BE49-F238E27FC236}">
                <a16:creationId xmlns:a16="http://schemas.microsoft.com/office/drawing/2014/main" id="{BF57652C-AA78-80C1-3559-6342C7C7441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Text Placeholder 3">
            <a:extLst>
              <a:ext uri="{FF2B5EF4-FFF2-40B4-BE49-F238E27FC236}">
                <a16:creationId xmlns:a16="http://schemas.microsoft.com/office/drawing/2014/main" id="{17D93C11-5C50-6FC5-8B5D-F63DCA4991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05C6CE-6C7D-21A9-D3ED-9E21F1B5FD60}"/>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6" name="Footer Placeholder 5">
            <a:extLst>
              <a:ext uri="{FF2B5EF4-FFF2-40B4-BE49-F238E27FC236}">
                <a16:creationId xmlns:a16="http://schemas.microsoft.com/office/drawing/2014/main" id="{E2E31949-86F1-F869-10FE-36ACDBCEAE34}"/>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4ACB9407-F71D-D8A3-F7F0-1CF98F396167}"/>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1164138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7F31A-8788-5DE0-5520-1E2480BCE9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150"/>
          </a:p>
        </p:txBody>
      </p:sp>
      <p:sp>
        <p:nvSpPr>
          <p:cNvPr id="3" name="Picture Placeholder 2">
            <a:extLst>
              <a:ext uri="{FF2B5EF4-FFF2-40B4-BE49-F238E27FC236}">
                <a16:creationId xmlns:a16="http://schemas.microsoft.com/office/drawing/2014/main" id="{BF714E0F-485B-5342-ED2A-21348746AA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150"/>
          </a:p>
        </p:txBody>
      </p:sp>
      <p:sp>
        <p:nvSpPr>
          <p:cNvPr id="4" name="Text Placeholder 3">
            <a:extLst>
              <a:ext uri="{FF2B5EF4-FFF2-40B4-BE49-F238E27FC236}">
                <a16:creationId xmlns:a16="http://schemas.microsoft.com/office/drawing/2014/main" id="{8E813BB7-BDE4-66A0-46B4-25A0EAFD7D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DE3D225-F815-50F5-B01A-348CB61421E4}"/>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6" name="Footer Placeholder 5">
            <a:extLst>
              <a:ext uri="{FF2B5EF4-FFF2-40B4-BE49-F238E27FC236}">
                <a16:creationId xmlns:a16="http://schemas.microsoft.com/office/drawing/2014/main" id="{38AE136B-836E-6C67-E556-F93E386D0903}"/>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CEA0D013-1D63-4F2A-4383-C21350CA8B6D}"/>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1246675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05D2-80A6-9861-21EB-22ECD03CF420}"/>
              </a:ext>
            </a:extLst>
          </p:cNvPr>
          <p:cNvSpPr>
            <a:spLocks noGrp="1"/>
          </p:cNvSpPr>
          <p:nvPr>
            <p:ph type="title"/>
          </p:nvPr>
        </p:nvSpPr>
        <p:spPr/>
        <p:txBody>
          <a:bodyPr/>
          <a:lstStyle/>
          <a:p>
            <a:r>
              <a:rPr lang="en-US"/>
              <a:t>Click to edit Master title style</a:t>
            </a:r>
            <a:endParaRPr lang="en-150"/>
          </a:p>
        </p:txBody>
      </p:sp>
      <p:sp>
        <p:nvSpPr>
          <p:cNvPr id="3" name="Vertical Text Placeholder 2">
            <a:extLst>
              <a:ext uri="{FF2B5EF4-FFF2-40B4-BE49-F238E27FC236}">
                <a16:creationId xmlns:a16="http://schemas.microsoft.com/office/drawing/2014/main" id="{9CE08F3D-1E1F-C08B-2EA4-0A739804C0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17933F20-B17C-B94D-E3AF-21E2E17B5F5D}"/>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CC62B035-997F-F6F8-A063-5EE7D0FDFA1E}"/>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A7CEB940-CF41-7003-003A-24A0F2953E51}"/>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3589747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7809D8-67A8-0F2A-1D7F-6926C5389B6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150"/>
          </a:p>
        </p:txBody>
      </p:sp>
      <p:sp>
        <p:nvSpPr>
          <p:cNvPr id="3" name="Vertical Text Placeholder 2">
            <a:extLst>
              <a:ext uri="{FF2B5EF4-FFF2-40B4-BE49-F238E27FC236}">
                <a16:creationId xmlns:a16="http://schemas.microsoft.com/office/drawing/2014/main" id="{7C76C296-5F0C-A10F-A4FC-4034C0F8A0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7BEB90A5-0FF6-DD8C-C99A-51AEBD0C80F2}"/>
              </a:ext>
            </a:extLst>
          </p:cNvPr>
          <p:cNvSpPr>
            <a:spLocks noGrp="1"/>
          </p:cNvSpPr>
          <p:nvPr>
            <p:ph type="dt" sz="half" idx="10"/>
          </p:nvPr>
        </p:nvSpPr>
        <p:spPr/>
        <p:txBody>
          <a:body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13528702-A6AD-B722-0FDA-D4207B3B6C26}"/>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B69EA5EA-D522-DF3A-F36E-57B420762325}"/>
              </a:ext>
            </a:extLst>
          </p:cNvPr>
          <p:cNvSpPr>
            <a:spLocks noGrp="1"/>
          </p:cNvSpPr>
          <p:nvPr>
            <p:ph type="sldNum" sz="quarter" idx="12"/>
          </p:nvPr>
        </p:nvSpPr>
        <p:spPr/>
        <p:txBody>
          <a:bodyPr/>
          <a:lstStyle/>
          <a:p>
            <a:fld id="{942603FA-15F4-4A95-829A-3FE8A9CA8E0D}" type="slidenum">
              <a:rPr lang="en-150" smtClean="0"/>
              <a:t>‹#›</a:t>
            </a:fld>
            <a:endParaRPr lang="en-150"/>
          </a:p>
        </p:txBody>
      </p:sp>
    </p:spTree>
    <p:extLst>
      <p:ext uri="{BB962C8B-B14F-4D97-AF65-F5344CB8AC3E}">
        <p14:creationId xmlns:p14="http://schemas.microsoft.com/office/powerpoint/2010/main" val="30068307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E992DB-FA18-E293-FD19-DB9618481CA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150"/>
          </a:p>
        </p:txBody>
      </p:sp>
      <p:sp>
        <p:nvSpPr>
          <p:cNvPr id="3" name="Text Placeholder 2">
            <a:extLst>
              <a:ext uri="{FF2B5EF4-FFF2-40B4-BE49-F238E27FC236}">
                <a16:creationId xmlns:a16="http://schemas.microsoft.com/office/drawing/2014/main" id="{4DCE436B-4DDD-4385-27D8-F8E8EB0B78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ED5FCEF7-BF44-014F-AF34-431116F1EB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3B7E13-4BB4-4C47-BBB0-099F19561DE7}" type="datetimeFigureOut">
              <a:rPr lang="en-150" smtClean="0"/>
              <a:t>10/03/2026</a:t>
            </a:fld>
            <a:endParaRPr lang="en-150"/>
          </a:p>
        </p:txBody>
      </p:sp>
      <p:sp>
        <p:nvSpPr>
          <p:cNvPr id="5" name="Footer Placeholder 4">
            <a:extLst>
              <a:ext uri="{FF2B5EF4-FFF2-40B4-BE49-F238E27FC236}">
                <a16:creationId xmlns:a16="http://schemas.microsoft.com/office/drawing/2014/main" id="{436EF62C-2435-F88A-AAFE-917C9DBC4C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150"/>
          </a:p>
        </p:txBody>
      </p:sp>
      <p:sp>
        <p:nvSpPr>
          <p:cNvPr id="6" name="Slide Number Placeholder 5">
            <a:extLst>
              <a:ext uri="{FF2B5EF4-FFF2-40B4-BE49-F238E27FC236}">
                <a16:creationId xmlns:a16="http://schemas.microsoft.com/office/drawing/2014/main" id="{C7C5058E-E791-A33B-9F6F-F96354B1B8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2603FA-15F4-4A95-829A-3FE8A9CA8E0D}" type="slidenum">
              <a:rPr lang="en-150" smtClean="0"/>
              <a:t>‹#›</a:t>
            </a:fld>
            <a:endParaRPr lang="en-150"/>
          </a:p>
        </p:txBody>
      </p:sp>
    </p:spTree>
    <p:extLst>
      <p:ext uri="{BB962C8B-B14F-4D97-AF65-F5344CB8AC3E}">
        <p14:creationId xmlns:p14="http://schemas.microsoft.com/office/powerpoint/2010/main" val="1973774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150"/>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EF0F598-227B-128C-1FAE-23F74D77EAC8}"/>
              </a:ext>
            </a:extLst>
          </p:cNvPr>
          <p:cNvSpPr>
            <a:spLocks noGrp="1"/>
          </p:cNvSpPr>
          <p:nvPr>
            <p:ph type="ctrTitle"/>
          </p:nvPr>
        </p:nvSpPr>
        <p:spPr>
          <a:xfrm>
            <a:off x="1314824" y="735106"/>
            <a:ext cx="10053763" cy="2928470"/>
          </a:xfrm>
        </p:spPr>
        <p:txBody>
          <a:bodyPr anchor="b">
            <a:normAutofit/>
          </a:bodyPr>
          <a:lstStyle/>
          <a:p>
            <a:pPr algn="l"/>
            <a:r>
              <a:rPr lang="en-US" sz="4800">
                <a:solidFill>
                  <a:srgbClr val="FFFFFF"/>
                </a:solidFill>
              </a:rPr>
              <a:t>Unit 9 Assignment</a:t>
            </a:r>
            <a:endParaRPr lang="en-150" sz="4800">
              <a:solidFill>
                <a:srgbClr val="FFFFFF"/>
              </a:solidFill>
            </a:endParaRPr>
          </a:p>
        </p:txBody>
      </p:sp>
      <p:sp>
        <p:nvSpPr>
          <p:cNvPr id="3" name="Subtitle 2">
            <a:extLst>
              <a:ext uri="{FF2B5EF4-FFF2-40B4-BE49-F238E27FC236}">
                <a16:creationId xmlns:a16="http://schemas.microsoft.com/office/drawing/2014/main" id="{06B55207-CD41-87F2-68F4-2F3A8F48C6AE}"/>
              </a:ext>
            </a:extLst>
          </p:cNvPr>
          <p:cNvSpPr>
            <a:spLocks noGrp="1"/>
          </p:cNvSpPr>
          <p:nvPr>
            <p:ph type="subTitle" idx="1"/>
          </p:nvPr>
        </p:nvSpPr>
        <p:spPr>
          <a:xfrm>
            <a:off x="1350682" y="4870824"/>
            <a:ext cx="10005951" cy="1458258"/>
          </a:xfrm>
        </p:spPr>
        <p:txBody>
          <a:bodyPr anchor="ctr">
            <a:normAutofit/>
          </a:bodyPr>
          <a:lstStyle/>
          <a:p>
            <a:pPr algn="l"/>
            <a:r>
              <a:rPr lang="en-US"/>
              <a:t>Mai, Elliot | Robinson, </a:t>
            </a:r>
            <a:r>
              <a:rPr lang="en-US" err="1"/>
              <a:t>Cj</a:t>
            </a:r>
            <a:r>
              <a:rPr lang="en-US"/>
              <a:t> | Samos, Adrienne | Turner, Gerald | Vega, Israel</a:t>
            </a:r>
            <a:endParaRPr lang="en-150"/>
          </a:p>
        </p:txBody>
      </p:sp>
    </p:spTree>
    <p:extLst>
      <p:ext uri="{BB962C8B-B14F-4D97-AF65-F5344CB8AC3E}">
        <p14:creationId xmlns:p14="http://schemas.microsoft.com/office/powerpoint/2010/main" val="54090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47F22ED-3A55-4EDE-A5A8-163D82B09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184EE59-3061-456B-9FB5-98A8E0E74B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39326"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7E07B5E-9FB5-4C91-8BE4-6167EB58D0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39326" y="1410083"/>
            <a:ext cx="6858000" cy="4037834"/>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7524947-EB09-4DD9-973B-9F75BBCD7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26611" y="3576013"/>
            <a:ext cx="2526132"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30C8E25-2DD1-45C6-9F04-0F0CBF6660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3" y="1396067"/>
            <a:ext cx="6858000" cy="4037833"/>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BC57EA3C-C239-4132-A618-5CBE9F896B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8268" y="982780"/>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7A62DE-F7EA-87EE-E23C-C4E6C881AA10}"/>
              </a:ext>
            </a:extLst>
          </p:cNvPr>
          <p:cNvSpPr>
            <a:spLocks noGrp="1"/>
          </p:cNvSpPr>
          <p:nvPr>
            <p:ph type="title"/>
          </p:nvPr>
        </p:nvSpPr>
        <p:spPr>
          <a:xfrm>
            <a:off x="566382" y="456345"/>
            <a:ext cx="3111690" cy="3556097"/>
          </a:xfrm>
        </p:spPr>
        <p:txBody>
          <a:bodyPr anchor="b">
            <a:normAutofit/>
          </a:bodyPr>
          <a:lstStyle/>
          <a:p>
            <a:pPr algn="r"/>
            <a:r>
              <a:rPr lang="en-US" sz="4000">
                <a:solidFill>
                  <a:srgbClr val="FFFFFF"/>
                </a:solidFill>
              </a:rPr>
              <a:t>Baseline Model</a:t>
            </a:r>
            <a:endParaRPr lang="en-150" sz="4000">
              <a:solidFill>
                <a:srgbClr val="FFFFFF"/>
              </a:solidFill>
            </a:endParaRPr>
          </a:p>
        </p:txBody>
      </p:sp>
      <p:pic>
        <p:nvPicPr>
          <p:cNvPr id="5" name="Picture 4">
            <a:extLst>
              <a:ext uri="{FF2B5EF4-FFF2-40B4-BE49-F238E27FC236}">
                <a16:creationId xmlns:a16="http://schemas.microsoft.com/office/drawing/2014/main" id="{794F0AB5-F22B-D3D8-69A2-48E52CEAD532}"/>
              </a:ext>
            </a:extLst>
          </p:cNvPr>
          <p:cNvPicPr>
            <a:picLocks noChangeAspect="1"/>
          </p:cNvPicPr>
          <p:nvPr/>
        </p:nvPicPr>
        <p:blipFill>
          <a:blip r:embed="rId2">
            <a:extLst>
              <a:ext uri="{28A0092B-C50C-407E-A947-70E740481C1C}">
                <a14:useLocalDpi xmlns:a14="http://schemas.microsoft.com/office/drawing/2010/main" val="0"/>
              </a:ext>
            </a:extLst>
          </a:blip>
          <a:srcRect l="5277" r="7127"/>
          <a:stretch>
            <a:fillRect/>
          </a:stretch>
        </p:blipFill>
        <p:spPr>
          <a:xfrm>
            <a:off x="3981014" y="4123955"/>
            <a:ext cx="4104659" cy="2342957"/>
          </a:xfrm>
          <a:prstGeom prst="rect">
            <a:avLst/>
          </a:prstGeom>
        </p:spPr>
      </p:pic>
      <p:pic>
        <p:nvPicPr>
          <p:cNvPr id="7" name="Picture 6">
            <a:extLst>
              <a:ext uri="{FF2B5EF4-FFF2-40B4-BE49-F238E27FC236}">
                <a16:creationId xmlns:a16="http://schemas.microsoft.com/office/drawing/2014/main" id="{A50F79F1-1DC7-48B2-93E9-04CCA5B16C41}"/>
              </a:ext>
            </a:extLst>
          </p:cNvPr>
          <p:cNvPicPr>
            <a:picLocks noChangeAspect="1"/>
          </p:cNvPicPr>
          <p:nvPr/>
        </p:nvPicPr>
        <p:blipFill>
          <a:blip r:embed="rId3">
            <a:extLst>
              <a:ext uri="{28A0092B-C50C-407E-A947-70E740481C1C}">
                <a14:useLocalDpi xmlns:a14="http://schemas.microsoft.com/office/drawing/2010/main" val="0"/>
              </a:ext>
            </a:extLst>
          </a:blip>
          <a:srcRect l="9710" t="19571" r="7806" b="28440"/>
          <a:stretch>
            <a:fillRect/>
          </a:stretch>
        </p:blipFill>
        <p:spPr>
          <a:xfrm>
            <a:off x="8022714" y="5469401"/>
            <a:ext cx="4137586" cy="997511"/>
          </a:xfrm>
          <a:prstGeom prst="rect">
            <a:avLst/>
          </a:prstGeom>
        </p:spPr>
      </p:pic>
      <p:sp>
        <p:nvSpPr>
          <p:cNvPr id="4" name="Content Placeholder 3">
            <a:extLst>
              <a:ext uri="{FF2B5EF4-FFF2-40B4-BE49-F238E27FC236}">
                <a16:creationId xmlns:a16="http://schemas.microsoft.com/office/drawing/2014/main" id="{C2BF2A73-CB38-4C3C-B0DF-AFB619494CC3}"/>
              </a:ext>
            </a:extLst>
          </p:cNvPr>
          <p:cNvSpPr>
            <a:spLocks noGrp="1"/>
          </p:cNvSpPr>
          <p:nvPr>
            <p:ph idx="1"/>
          </p:nvPr>
        </p:nvSpPr>
        <p:spPr>
          <a:xfrm>
            <a:off x="4184942" y="511389"/>
            <a:ext cx="3891193" cy="3501053"/>
          </a:xfrm>
        </p:spPr>
        <p:txBody>
          <a:bodyPr anchor="ctr">
            <a:normAutofit lnSpcReduction="10000"/>
          </a:bodyPr>
          <a:lstStyle/>
          <a:p>
            <a:pPr marL="0" indent="0">
              <a:buNone/>
            </a:pPr>
            <a:r>
              <a:rPr lang="en-US" sz="1800" b="1"/>
              <a:t>Description:</a:t>
            </a:r>
            <a:r>
              <a:rPr lang="en-US" sz="1800"/>
              <a:t> The baseline model is a simple Convolutional Neural Network (CNN) trained on the MNIST handwritten digit dataset. It consists of a single Conv2D layer with 32 filters (3×3, </a:t>
            </a:r>
            <a:r>
              <a:rPr lang="en-US" sz="1800" err="1"/>
              <a:t>ReLU</a:t>
            </a:r>
            <a:r>
              <a:rPr lang="en-US" sz="1800"/>
              <a:t> activation), followed by one MaxPooling2D layer (2×2, stride 2), then a Flatten layer, a Dense layer with 64 neurons (</a:t>
            </a:r>
            <a:r>
              <a:rPr lang="en-US" sz="1800" err="1"/>
              <a:t>ReLU</a:t>
            </a:r>
            <a:r>
              <a:rPr lang="en-US" sz="1800"/>
              <a:t>), and a final Dense output layer with 10 neurons (</a:t>
            </a:r>
            <a:r>
              <a:rPr lang="en-US" sz="1800" err="1"/>
              <a:t>Softmax</a:t>
            </a:r>
            <a:r>
              <a:rPr lang="en-US" sz="1800"/>
              <a:t>) for digit classification. The model was compiled with the Adam optimizer and sparse categorical cross-entropy loss, and trained for 5 epochs.</a:t>
            </a:r>
          </a:p>
        </p:txBody>
      </p:sp>
      <p:sp>
        <p:nvSpPr>
          <p:cNvPr id="11" name="TextBox 10">
            <a:extLst>
              <a:ext uri="{FF2B5EF4-FFF2-40B4-BE49-F238E27FC236}">
                <a16:creationId xmlns:a16="http://schemas.microsoft.com/office/drawing/2014/main" id="{C872659E-7831-5A60-EDD2-D7C382D4F38F}"/>
              </a:ext>
            </a:extLst>
          </p:cNvPr>
          <p:cNvSpPr txBox="1"/>
          <p:nvPr/>
        </p:nvSpPr>
        <p:spPr>
          <a:xfrm>
            <a:off x="8076135" y="511389"/>
            <a:ext cx="4037835" cy="5078313"/>
          </a:xfrm>
          <a:prstGeom prst="rect">
            <a:avLst/>
          </a:prstGeom>
          <a:noFill/>
        </p:spPr>
        <p:txBody>
          <a:bodyPr wrap="square">
            <a:spAutoFit/>
          </a:bodyPr>
          <a:lstStyle/>
          <a:p>
            <a:r>
              <a:rPr lang="en-US" sz="1800" b="1"/>
              <a:t>Results:</a:t>
            </a:r>
            <a:r>
              <a:rPr lang="en-US" sz="1800"/>
              <a:t> The baseline model performed strongly out of the box. Training accuracy started at approximately 95% in epoch 1 and climbed steadily to ~99.2% by epoch 5. Validation accuracy began higher than training accuracy (~97.7% at epoch 1), reflecting good generalization from the start, and reached ~98.8% by the final epoch. Training loss dropped sharply from ~0.165 to ~0.022, while validation loss decreased from ~0.070 to ~0.055. The close tracking between training and validation curves indicates the model is not overfitting, and the single Conv2D block was sufficient to achieve high accuracy on this relatively simple dataset.</a:t>
            </a:r>
          </a:p>
        </p:txBody>
      </p:sp>
    </p:spTree>
    <p:extLst>
      <p:ext uri="{BB962C8B-B14F-4D97-AF65-F5344CB8AC3E}">
        <p14:creationId xmlns:p14="http://schemas.microsoft.com/office/powerpoint/2010/main" val="1909686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0FBBEF-80E3-1D77-AC2D-89F96A94C0C1}"/>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Variation 1: Adrienne Samos</a:t>
            </a:r>
            <a:endParaRPr lang="en-150" sz="4000">
              <a:solidFill>
                <a:srgbClr val="FFFFFF"/>
              </a:solidFill>
            </a:endParaRPr>
          </a:p>
        </p:txBody>
      </p:sp>
      <p:sp>
        <p:nvSpPr>
          <p:cNvPr id="6" name="Text Placeholder 5">
            <a:extLst>
              <a:ext uri="{FF2B5EF4-FFF2-40B4-BE49-F238E27FC236}">
                <a16:creationId xmlns:a16="http://schemas.microsoft.com/office/drawing/2014/main" id="{72B352EF-DE90-69E1-4DC1-284688B26B2E}"/>
              </a:ext>
            </a:extLst>
          </p:cNvPr>
          <p:cNvSpPr>
            <a:spLocks noGrp="1"/>
          </p:cNvSpPr>
          <p:nvPr>
            <p:ph idx="1"/>
          </p:nvPr>
        </p:nvSpPr>
        <p:spPr>
          <a:xfrm>
            <a:off x="149188" y="1598434"/>
            <a:ext cx="4232975" cy="4965828"/>
          </a:xfrm>
        </p:spPr>
        <p:txBody>
          <a:bodyPr anchor="ctr">
            <a:normAutofit/>
          </a:bodyPr>
          <a:lstStyle/>
          <a:p>
            <a:r>
              <a:rPr lang="en-US" sz="2000" b="1"/>
              <a:t>Parameters Changed: </a:t>
            </a:r>
            <a:r>
              <a:rPr lang="en-US" sz="2000"/>
              <a:t>Batch Size increased from 32 (baseline) to 64</a:t>
            </a:r>
          </a:p>
          <a:p>
            <a:r>
              <a:rPr lang="en-US" sz="2000" b="1"/>
              <a:t>Hypothesis: </a:t>
            </a:r>
            <a:r>
              <a:rPr lang="en-US" sz="2000"/>
              <a:t>Increasing the batch size should make training faster, but accuracy may decrease slightly due to less frequent updates.</a:t>
            </a:r>
            <a:endParaRPr lang="en-US"/>
          </a:p>
          <a:p>
            <a:r>
              <a:rPr lang="en-US" sz="2000" b="1"/>
              <a:t>Results: </a:t>
            </a:r>
            <a:r>
              <a:rPr lang="en-US" sz="2000"/>
              <a:t>Hypothesis is correct. The increase in batch size made training faster by 29% with a small 0.23% accuracy drop.</a:t>
            </a:r>
            <a:endParaRPr lang="en-US"/>
          </a:p>
        </p:txBody>
      </p:sp>
      <p:graphicFrame>
        <p:nvGraphicFramePr>
          <p:cNvPr id="2" name="Table 1">
            <a:extLst>
              <a:ext uri="{FF2B5EF4-FFF2-40B4-BE49-F238E27FC236}">
                <a16:creationId xmlns:a16="http://schemas.microsoft.com/office/drawing/2014/main" id="{97FBE674-9B9D-3B6A-DD4F-0E9E0EB4B527}"/>
              </a:ext>
            </a:extLst>
          </p:cNvPr>
          <p:cNvGraphicFramePr>
            <a:graphicFrameLocks noGrp="1"/>
          </p:cNvGraphicFramePr>
          <p:nvPr>
            <p:extLst>
              <p:ext uri="{D42A27DB-BD31-4B8C-83A1-F6EECF244321}">
                <p14:modId xmlns:p14="http://schemas.microsoft.com/office/powerpoint/2010/main" val="3052427906"/>
              </p:ext>
            </p:extLst>
          </p:nvPr>
        </p:nvGraphicFramePr>
        <p:xfrm>
          <a:off x="4489938" y="2039815"/>
          <a:ext cx="7309833" cy="2021840"/>
        </p:xfrm>
        <a:graphic>
          <a:graphicData uri="http://schemas.openxmlformats.org/drawingml/2006/table">
            <a:tbl>
              <a:tblPr firstRow="1" bandRow="1">
                <a:tableStyleId>{5C22544A-7EE6-4342-B048-85BDC9FD1C3A}</a:tableStyleId>
              </a:tblPr>
              <a:tblGrid>
                <a:gridCol w="1719122">
                  <a:extLst>
                    <a:ext uri="{9D8B030D-6E8A-4147-A177-3AD203B41FA5}">
                      <a16:colId xmlns:a16="http://schemas.microsoft.com/office/drawing/2014/main" val="2586573604"/>
                    </a:ext>
                  </a:extLst>
                </a:gridCol>
                <a:gridCol w="1786802">
                  <a:extLst>
                    <a:ext uri="{9D8B030D-6E8A-4147-A177-3AD203B41FA5}">
                      <a16:colId xmlns:a16="http://schemas.microsoft.com/office/drawing/2014/main" val="2458279350"/>
                    </a:ext>
                  </a:extLst>
                </a:gridCol>
                <a:gridCol w="1746193">
                  <a:extLst>
                    <a:ext uri="{9D8B030D-6E8A-4147-A177-3AD203B41FA5}">
                      <a16:colId xmlns:a16="http://schemas.microsoft.com/office/drawing/2014/main" val="3364385815"/>
                    </a:ext>
                  </a:extLst>
                </a:gridCol>
                <a:gridCol w="2057716">
                  <a:extLst>
                    <a:ext uri="{9D8B030D-6E8A-4147-A177-3AD203B41FA5}">
                      <a16:colId xmlns:a16="http://schemas.microsoft.com/office/drawing/2014/main" val="1940697532"/>
                    </a:ext>
                  </a:extLst>
                </a:gridCol>
              </a:tblGrid>
              <a:tr h="370840">
                <a:tc>
                  <a:txBody>
                    <a:bodyPr/>
                    <a:lstStyle/>
                    <a:p>
                      <a:r>
                        <a:rPr lang="en-US" dirty="0"/>
                        <a:t>Metric</a:t>
                      </a:r>
                    </a:p>
                  </a:txBody>
                  <a:tcPr/>
                </a:tc>
                <a:tc>
                  <a:txBody>
                    <a:bodyPr/>
                    <a:lstStyle/>
                    <a:p>
                      <a:r>
                        <a:rPr lang="en-US" dirty="0"/>
                        <a:t>Baseline</a:t>
                      </a:r>
                      <a:br>
                        <a:rPr lang="en-US" dirty="0"/>
                      </a:br>
                      <a:r>
                        <a:rPr lang="en-US" dirty="0"/>
                        <a:t>(batch size 32)</a:t>
                      </a:r>
                    </a:p>
                  </a:txBody>
                  <a:tcPr/>
                </a:tc>
                <a:tc>
                  <a:txBody>
                    <a:bodyPr/>
                    <a:lstStyle/>
                    <a:p>
                      <a:r>
                        <a:rPr lang="en-US"/>
                        <a:t>Variation</a:t>
                      </a:r>
                      <a:br>
                        <a:rPr lang="en-US"/>
                      </a:br>
                      <a:r>
                        <a:rPr lang="en-US"/>
                        <a:t>(batch size 64)</a:t>
                      </a:r>
                    </a:p>
                  </a:txBody>
                  <a:tcPr/>
                </a:tc>
                <a:tc>
                  <a:txBody>
                    <a:bodyPr/>
                    <a:lstStyle/>
                    <a:p>
                      <a:r>
                        <a:rPr lang="en-US"/>
                        <a:t>Change</a:t>
                      </a:r>
                    </a:p>
                  </a:txBody>
                  <a:tcPr/>
                </a:tc>
                <a:extLst>
                  <a:ext uri="{0D108BD9-81ED-4DB2-BD59-A6C34878D82A}">
                    <a16:rowId xmlns:a16="http://schemas.microsoft.com/office/drawing/2014/main" val="3037472087"/>
                  </a:ext>
                </a:extLst>
              </a:tr>
              <a:tr h="370840">
                <a:tc>
                  <a:txBody>
                    <a:bodyPr/>
                    <a:lstStyle/>
                    <a:p>
                      <a:r>
                        <a:rPr lang="en-US"/>
                        <a:t>Test Accuracy</a:t>
                      </a:r>
                    </a:p>
                  </a:txBody>
                  <a:tcPr/>
                </a:tc>
                <a:tc>
                  <a:txBody>
                    <a:bodyPr/>
                    <a:lstStyle/>
                    <a:p>
                      <a:r>
                        <a:rPr lang="en-US"/>
                        <a:t>98.70%</a:t>
                      </a:r>
                    </a:p>
                  </a:txBody>
                  <a:tcPr/>
                </a:tc>
                <a:tc>
                  <a:txBody>
                    <a:bodyPr/>
                    <a:lstStyle/>
                    <a:p>
                      <a:r>
                        <a:rPr lang="en-US"/>
                        <a:t>98.47%</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 0.23%</a:t>
                      </a:r>
                      <a:endParaRPr lang="en-US" sz="1800"/>
                    </a:p>
                  </a:txBody>
                  <a:tcPr/>
                </a:tc>
                <a:extLst>
                  <a:ext uri="{0D108BD9-81ED-4DB2-BD59-A6C34878D82A}">
                    <a16:rowId xmlns:a16="http://schemas.microsoft.com/office/drawing/2014/main" val="3529623298"/>
                  </a:ext>
                </a:extLst>
              </a:tr>
              <a:tr h="370840">
                <a:tc>
                  <a:txBody>
                    <a:bodyPr/>
                    <a:lstStyle/>
                    <a:p>
                      <a:r>
                        <a:rPr lang="en-US"/>
                        <a:t>Test Loss</a:t>
                      </a:r>
                    </a:p>
                  </a:txBody>
                  <a:tcPr/>
                </a:tc>
                <a:tc>
                  <a:txBody>
                    <a:bodyPr/>
                    <a:lstStyle/>
                    <a:p>
                      <a:r>
                        <a:rPr lang="en-US"/>
                        <a:t>0.04499</a:t>
                      </a:r>
                    </a:p>
                  </a:txBody>
                  <a:tcPr/>
                </a:tc>
                <a:tc>
                  <a:txBody>
                    <a:bodyPr/>
                    <a:lstStyle/>
                    <a:p>
                      <a:r>
                        <a:rPr lang="en-US"/>
                        <a:t>0.0465</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 0.00151</a:t>
                      </a:r>
                      <a:endParaRPr lang="en-US" sz="1800"/>
                    </a:p>
                  </a:txBody>
                  <a:tcPr/>
                </a:tc>
                <a:extLst>
                  <a:ext uri="{0D108BD9-81ED-4DB2-BD59-A6C34878D82A}">
                    <a16:rowId xmlns:a16="http://schemas.microsoft.com/office/drawing/2014/main" val="2569721203"/>
                  </a:ext>
                </a:extLst>
              </a:tr>
              <a:tr h="370840">
                <a:tc>
                  <a:txBody>
                    <a:bodyPr/>
                    <a:lstStyle/>
                    <a:p>
                      <a:r>
                        <a:rPr lang="en-US"/>
                        <a:t>Training Time</a:t>
                      </a:r>
                    </a:p>
                  </a:txBody>
                  <a:tcPr/>
                </a:tc>
                <a:tc>
                  <a:txBody>
                    <a:bodyPr/>
                    <a:lstStyle/>
                    <a:p>
                      <a:r>
                        <a:rPr lang="en-US"/>
                        <a:t>54.80 seconds</a:t>
                      </a:r>
                    </a:p>
                  </a:txBody>
                  <a:tcPr/>
                </a:tc>
                <a:tc>
                  <a:txBody>
                    <a:bodyPr/>
                    <a:lstStyle/>
                    <a:p>
                      <a:r>
                        <a:rPr lang="en-US"/>
                        <a:t>38.75 seconds</a:t>
                      </a:r>
                    </a:p>
                  </a:txBody>
                  <a:tcPr/>
                </a:tc>
                <a:tc>
                  <a:txBody>
                    <a:bodyPr/>
                    <a:lstStyle/>
                    <a:p>
                      <a:pPr lvl="0" algn="l">
                        <a:lnSpc>
                          <a:spcPct val="100000"/>
                        </a:lnSpc>
                        <a:spcBef>
                          <a:spcPts val="0"/>
                        </a:spcBef>
                        <a:spcAft>
                          <a:spcPts val="0"/>
                        </a:spcAft>
                        <a:buNone/>
                      </a:pPr>
                      <a:r>
                        <a:rPr lang="en-US" sz="1800" b="0" i="0" u="none" strike="noStrike" noProof="0" dirty="0">
                          <a:solidFill>
                            <a:srgbClr val="000000"/>
                          </a:solidFill>
                          <a:latin typeface="Aptos"/>
                        </a:rPr>
                        <a:t>↓ 16.05 seconds</a:t>
                      </a:r>
                      <a:br>
                        <a:rPr lang="en-US" sz="1800" b="0" i="0" u="none" strike="noStrike" noProof="0" dirty="0">
                          <a:solidFill>
                            <a:srgbClr val="000000"/>
                          </a:solidFill>
                          <a:latin typeface="Aptos"/>
                        </a:rPr>
                      </a:br>
                      <a:r>
                        <a:rPr lang="en-US" sz="1800" b="0" i="0" u="none" strike="noStrike" noProof="0" dirty="0">
                          <a:solidFill>
                            <a:srgbClr val="000000"/>
                          </a:solidFill>
                          <a:latin typeface="Aptos"/>
                        </a:rPr>
                        <a:t>     (29% faster)</a:t>
                      </a:r>
                      <a:endParaRPr lang="en-US" sz="1800" dirty="0"/>
                    </a:p>
                  </a:txBody>
                  <a:tcPr/>
                </a:tc>
                <a:extLst>
                  <a:ext uri="{0D108BD9-81ED-4DB2-BD59-A6C34878D82A}">
                    <a16:rowId xmlns:a16="http://schemas.microsoft.com/office/drawing/2014/main" val="1248109256"/>
                  </a:ext>
                </a:extLst>
              </a:tr>
            </a:tbl>
          </a:graphicData>
        </a:graphic>
      </p:graphicFrame>
      <p:pic>
        <p:nvPicPr>
          <p:cNvPr id="7" name="Picture 6" descr="A screenshot of a computer&#10;&#10;AI-generated content may be incorrect.">
            <a:extLst>
              <a:ext uri="{FF2B5EF4-FFF2-40B4-BE49-F238E27FC236}">
                <a16:creationId xmlns:a16="http://schemas.microsoft.com/office/drawing/2014/main" id="{67065725-5FD7-1C36-723A-B649980F626C}"/>
              </a:ext>
            </a:extLst>
          </p:cNvPr>
          <p:cNvPicPr>
            <a:picLocks noChangeAspect="1"/>
          </p:cNvPicPr>
          <p:nvPr/>
        </p:nvPicPr>
        <p:blipFill>
          <a:blip r:embed="rId2"/>
          <a:stretch>
            <a:fillRect/>
          </a:stretch>
        </p:blipFill>
        <p:spPr>
          <a:xfrm>
            <a:off x="4386996" y="4300171"/>
            <a:ext cx="3898656" cy="1715966"/>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56482691-3CC1-39DA-E022-0F9496855775}"/>
              </a:ext>
            </a:extLst>
          </p:cNvPr>
          <p:cNvPicPr>
            <a:picLocks noChangeAspect="1"/>
          </p:cNvPicPr>
          <p:nvPr/>
        </p:nvPicPr>
        <p:blipFill>
          <a:blip r:embed="rId3"/>
          <a:stretch>
            <a:fillRect/>
          </a:stretch>
        </p:blipFill>
        <p:spPr>
          <a:xfrm>
            <a:off x="8460032" y="4300171"/>
            <a:ext cx="3407752" cy="1704243"/>
          </a:xfrm>
          <a:prstGeom prst="rect">
            <a:avLst/>
          </a:prstGeom>
        </p:spPr>
      </p:pic>
    </p:spTree>
    <p:extLst>
      <p:ext uri="{BB962C8B-B14F-4D97-AF65-F5344CB8AC3E}">
        <p14:creationId xmlns:p14="http://schemas.microsoft.com/office/powerpoint/2010/main" val="1823981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577C50-6E7D-834F-DB71-614B1DA0C46A}"/>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4A1E6E0C-24E7-D400-4437-9E7D28A7C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BDC98BA-11BB-F882-3DE2-BE7764DCE6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D5EC7B8-C439-4F22-9C03-C8E8FD185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FE91515-1725-255A-184C-F97061B77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C1F23D83-D012-20B4-8B2F-475E6B8A3B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D8DAD57-5C6E-5384-181C-936F2C3C9A25}"/>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Variation 2: </a:t>
            </a:r>
            <a:r>
              <a:rPr lang="en-US" sz="4000" err="1">
                <a:solidFill>
                  <a:srgbClr val="FFFFFF"/>
                </a:solidFill>
              </a:rPr>
              <a:t>Conregan</a:t>
            </a:r>
            <a:r>
              <a:rPr lang="en-US" sz="4000">
                <a:solidFill>
                  <a:srgbClr val="FFFFFF"/>
                </a:solidFill>
              </a:rPr>
              <a:t> Robinson</a:t>
            </a:r>
            <a:endParaRPr lang="en-150" sz="4000">
              <a:solidFill>
                <a:srgbClr val="FFFFFF"/>
              </a:solidFill>
            </a:endParaRPr>
          </a:p>
        </p:txBody>
      </p:sp>
      <p:sp>
        <p:nvSpPr>
          <p:cNvPr id="6" name="Text Placeholder 5">
            <a:extLst>
              <a:ext uri="{FF2B5EF4-FFF2-40B4-BE49-F238E27FC236}">
                <a16:creationId xmlns:a16="http://schemas.microsoft.com/office/drawing/2014/main" id="{91527E4D-03C7-B8BA-C39D-40937737458E}"/>
              </a:ext>
            </a:extLst>
          </p:cNvPr>
          <p:cNvSpPr>
            <a:spLocks noGrp="1"/>
          </p:cNvSpPr>
          <p:nvPr>
            <p:ph idx="1"/>
          </p:nvPr>
        </p:nvSpPr>
        <p:spPr>
          <a:xfrm>
            <a:off x="1371599" y="2318197"/>
            <a:ext cx="9724031" cy="3683358"/>
          </a:xfrm>
        </p:spPr>
        <p:txBody>
          <a:bodyPr anchor="ctr">
            <a:normAutofit/>
          </a:bodyPr>
          <a:lstStyle/>
          <a:p>
            <a:r>
              <a:rPr lang="en-US" sz="2000"/>
              <a:t>Parameters Changed:</a:t>
            </a:r>
          </a:p>
          <a:p>
            <a:pPr marL="285750" indent="-285750">
              <a:buFont typeface="Arial" panose="020B0604020202020204" pitchFamily="34" charset="0"/>
              <a:buChar char="•"/>
            </a:pPr>
            <a:endParaRPr lang="en-US" sz="2000"/>
          </a:p>
          <a:p>
            <a:r>
              <a:rPr lang="en-US" sz="2000"/>
              <a:t>Hypothesis:</a:t>
            </a:r>
          </a:p>
          <a:p>
            <a:endParaRPr lang="en-US" sz="2000"/>
          </a:p>
          <a:p>
            <a:r>
              <a:rPr lang="en-US" sz="2000"/>
              <a:t>Results:</a:t>
            </a:r>
            <a:endParaRPr lang="en-150" sz="2000"/>
          </a:p>
        </p:txBody>
      </p:sp>
    </p:spTree>
    <p:extLst>
      <p:ext uri="{BB962C8B-B14F-4D97-AF65-F5344CB8AC3E}">
        <p14:creationId xmlns:p14="http://schemas.microsoft.com/office/powerpoint/2010/main" val="1049300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59B27-E828-5DA8-8A98-1414DDE9308B}"/>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514315A-5A24-2A37-FFC0-1543DAA581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0A67D0A6-B19F-002E-9C96-FB5AA40193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185A967-754F-615F-2DDE-DE4E7753F3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BF68E18-F4E6-8CE8-010F-70C85DEC95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56390F2-C7FE-3792-0D3B-2629A94E36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F259041-F5AF-4E81-84C2-467F68486086}"/>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Variation 3: Israel Vega</a:t>
            </a:r>
            <a:endParaRPr lang="en-150" sz="4000">
              <a:solidFill>
                <a:srgbClr val="FFFFFF"/>
              </a:solidFill>
            </a:endParaRPr>
          </a:p>
        </p:txBody>
      </p:sp>
      <p:sp>
        <p:nvSpPr>
          <p:cNvPr id="6" name="Text Placeholder 5">
            <a:extLst>
              <a:ext uri="{FF2B5EF4-FFF2-40B4-BE49-F238E27FC236}">
                <a16:creationId xmlns:a16="http://schemas.microsoft.com/office/drawing/2014/main" id="{ECE90CDC-CD48-63CC-4D15-9563C697C7E5}"/>
              </a:ext>
            </a:extLst>
          </p:cNvPr>
          <p:cNvSpPr>
            <a:spLocks noGrp="1"/>
          </p:cNvSpPr>
          <p:nvPr>
            <p:ph idx="1"/>
          </p:nvPr>
        </p:nvSpPr>
        <p:spPr>
          <a:xfrm>
            <a:off x="366182" y="1789030"/>
            <a:ext cx="5183781" cy="4773441"/>
          </a:xfrm>
        </p:spPr>
        <p:txBody>
          <a:bodyPr vert="horz" lIns="91440" tIns="45720" rIns="91440" bIns="45720" rtlCol="0" anchor="t">
            <a:normAutofit lnSpcReduction="10000"/>
          </a:bodyPr>
          <a:lstStyle/>
          <a:p>
            <a:r>
              <a:rPr lang="en-US" sz="1600" b="1"/>
              <a:t>Parameters Changed:</a:t>
            </a:r>
            <a:r>
              <a:rPr lang="en-US" sz="1600"/>
              <a:t> Reduced CNN model complexity by lowering the number of convolution filters, hidden layer neurons, and training runs to evaluate the impact on training speed and model accuracy.</a:t>
            </a:r>
          </a:p>
          <a:p>
            <a:pPr lvl="1">
              <a:buFont typeface="Courier New" panose="020B0604020202020204" pitchFamily="34" charset="0"/>
              <a:buChar char="o"/>
            </a:pPr>
            <a:r>
              <a:rPr lang="en-US" sz="1400"/>
              <a:t>Training Runs (epochs): 5 → 3</a:t>
            </a:r>
          </a:p>
          <a:p>
            <a:pPr lvl="1">
              <a:buFont typeface="Courier New" panose="020B0604020202020204" pitchFamily="34" charset="0"/>
              <a:buChar char="o"/>
            </a:pPr>
            <a:r>
              <a:rPr lang="en-US" sz="1400" dirty="0"/>
              <a:t>Convolution Filters: 32 → 4</a:t>
            </a:r>
          </a:p>
          <a:p>
            <a:pPr lvl="1">
              <a:buFont typeface="Courier New" panose="020B0604020202020204" pitchFamily="34" charset="0"/>
              <a:buChar char="o"/>
            </a:pPr>
            <a:r>
              <a:rPr lang="en-US" sz="1400"/>
              <a:t>Hidden Layers: 64 → 4</a:t>
            </a:r>
          </a:p>
          <a:p>
            <a:r>
              <a:rPr lang="en-US" sz="1600" b="1"/>
              <a:t>Hypothesis:</a:t>
            </a:r>
            <a:r>
              <a:rPr lang="en-US" sz="1600"/>
              <a:t> Reducing the number of filters, hidden neurons, and training runs will significantly reduce training time, while attempting to maintain model accuracy above 95%.</a:t>
            </a:r>
          </a:p>
          <a:p>
            <a:r>
              <a:rPr lang="en-US" sz="1600" b="1"/>
              <a:t>Results: </a:t>
            </a:r>
          </a:p>
          <a:p>
            <a:pPr lvl="1">
              <a:buFont typeface="Courier New" panose="020B0604020202020204" pitchFamily="34" charset="0"/>
              <a:buChar char="o"/>
            </a:pPr>
            <a:r>
              <a:rPr lang="en-US" sz="1400" b="1"/>
              <a:t>Training time </a:t>
            </a:r>
            <a:r>
              <a:rPr lang="en-US" sz="1400" b="1" i="1"/>
              <a:t>reduced</a:t>
            </a:r>
            <a:r>
              <a:rPr lang="en-US" sz="1400" b="1" dirty="0"/>
              <a:t> </a:t>
            </a:r>
            <a:r>
              <a:rPr lang="en-US" sz="1400"/>
              <a:t>from </a:t>
            </a:r>
            <a:r>
              <a:rPr lang="en-US" sz="1400" b="1" i="1"/>
              <a:t>99.76s → 23.32s</a:t>
            </a:r>
            <a:endParaRPr lang="en-150" sz="1400"/>
          </a:p>
          <a:p>
            <a:pPr lvl="1">
              <a:buFont typeface="Courier New" panose="020B0604020202020204" pitchFamily="34" charset="0"/>
              <a:buChar char="o"/>
            </a:pPr>
            <a:r>
              <a:rPr lang="en-US" sz="1400" b="1"/>
              <a:t>Accuracy dropped</a:t>
            </a:r>
            <a:r>
              <a:rPr lang="en-US" sz="1400"/>
              <a:t> from </a:t>
            </a:r>
            <a:r>
              <a:rPr lang="en-US" sz="1400" b="1" i="1"/>
              <a:t>98.67% → 80.35%</a:t>
            </a:r>
          </a:p>
          <a:p>
            <a:pPr lvl="1">
              <a:buFont typeface="Courier New" panose="020B0604020202020204" pitchFamily="34" charset="0"/>
              <a:buChar char="o"/>
            </a:pPr>
            <a:r>
              <a:rPr lang="en-US" sz="1400" b="1" i="1"/>
              <a:t>Loss increased</a:t>
            </a:r>
            <a:r>
              <a:rPr lang="en-US" sz="1400"/>
              <a:t>, indicating </a:t>
            </a:r>
            <a:r>
              <a:rPr lang="en-US" sz="1400" b="1" i="1"/>
              <a:t>reduced prediction quality</a:t>
            </a:r>
          </a:p>
          <a:p>
            <a:pPr lvl="1">
              <a:buFont typeface="Courier New" panose="020B0604020202020204" pitchFamily="34" charset="0"/>
              <a:buChar char="o"/>
            </a:pPr>
            <a:r>
              <a:rPr lang="en-US" sz="1400"/>
              <a:t>Model became too small and began underfitting</a:t>
            </a:r>
          </a:p>
          <a:p>
            <a:r>
              <a:rPr lang="en-US" sz="1600" b="1"/>
              <a:t>Conclusion:</a:t>
            </a:r>
            <a:r>
              <a:rPr lang="en-US" sz="1600"/>
              <a:t> Hypothesis was partially correct that smaller models train and perfom faster but lose the ability to accurately predict.</a:t>
            </a:r>
          </a:p>
        </p:txBody>
      </p:sp>
      <p:graphicFrame>
        <p:nvGraphicFramePr>
          <p:cNvPr id="7" name="Table 6">
            <a:extLst>
              <a:ext uri="{FF2B5EF4-FFF2-40B4-BE49-F238E27FC236}">
                <a16:creationId xmlns:a16="http://schemas.microsoft.com/office/drawing/2014/main" id="{C014C83C-B42D-F15F-0A27-D8C9CD41FAD6}"/>
              </a:ext>
            </a:extLst>
          </p:cNvPr>
          <p:cNvGraphicFramePr>
            <a:graphicFrameLocks noGrp="1"/>
          </p:cNvGraphicFramePr>
          <p:nvPr>
            <p:extLst>
              <p:ext uri="{D42A27DB-BD31-4B8C-83A1-F6EECF244321}">
                <p14:modId xmlns:p14="http://schemas.microsoft.com/office/powerpoint/2010/main" val="2229702239"/>
              </p:ext>
            </p:extLst>
          </p:nvPr>
        </p:nvGraphicFramePr>
        <p:xfrm>
          <a:off x="5873750" y="1841500"/>
          <a:ext cx="6131248" cy="1727916"/>
        </p:xfrm>
        <a:graphic>
          <a:graphicData uri="http://schemas.openxmlformats.org/drawingml/2006/table">
            <a:tbl>
              <a:tblPr firstRow="1" firstCol="1" bandRow="1">
                <a:tableStyleId>{B301B821-A1FF-4177-AEE7-76D212191A09}</a:tableStyleId>
              </a:tblPr>
              <a:tblGrid>
                <a:gridCol w="2141489">
                  <a:extLst>
                    <a:ext uri="{9D8B030D-6E8A-4147-A177-3AD203B41FA5}">
                      <a16:colId xmlns:a16="http://schemas.microsoft.com/office/drawing/2014/main" val="104292133"/>
                    </a:ext>
                  </a:extLst>
                </a:gridCol>
                <a:gridCol w="2141489">
                  <a:extLst>
                    <a:ext uri="{9D8B030D-6E8A-4147-A177-3AD203B41FA5}">
                      <a16:colId xmlns:a16="http://schemas.microsoft.com/office/drawing/2014/main" val="1671943566"/>
                    </a:ext>
                  </a:extLst>
                </a:gridCol>
                <a:gridCol w="1848270">
                  <a:extLst>
                    <a:ext uri="{9D8B030D-6E8A-4147-A177-3AD203B41FA5}">
                      <a16:colId xmlns:a16="http://schemas.microsoft.com/office/drawing/2014/main" val="140497202"/>
                    </a:ext>
                  </a:extLst>
                </a:gridCol>
              </a:tblGrid>
              <a:tr h="287986">
                <a:tc>
                  <a:txBody>
                    <a:bodyPr/>
                    <a:lstStyle/>
                    <a:p>
                      <a:pPr>
                        <a:buNone/>
                      </a:pPr>
                      <a:r>
                        <a:rPr lang="en-US" sz="1200" dirty="0">
                          <a:solidFill>
                            <a:schemeClr val="bg1"/>
                          </a:solidFill>
                        </a:rPr>
                        <a:t>Metric</a:t>
                      </a:r>
                    </a:p>
                  </a:txBody>
                  <a:tcPr anchor="ctr"/>
                </a:tc>
                <a:tc>
                  <a:txBody>
                    <a:bodyPr/>
                    <a:lstStyle/>
                    <a:p>
                      <a:pPr>
                        <a:buNone/>
                      </a:pPr>
                      <a:r>
                        <a:rPr lang="en-US" sz="1200">
                          <a:solidFill>
                            <a:schemeClr val="bg1"/>
                          </a:solidFill>
                        </a:rPr>
                        <a:t>Baseline</a:t>
                      </a:r>
                    </a:p>
                  </a:txBody>
                  <a:tcPr anchor="ctr"/>
                </a:tc>
                <a:tc>
                  <a:txBody>
                    <a:bodyPr/>
                    <a:lstStyle/>
                    <a:p>
                      <a:pPr>
                        <a:buNone/>
                      </a:pPr>
                      <a:r>
                        <a:rPr lang="en-US" sz="1200">
                          <a:solidFill>
                            <a:schemeClr val="bg1"/>
                          </a:solidFill>
                        </a:rPr>
                        <a:t>Variation</a:t>
                      </a:r>
                    </a:p>
                  </a:txBody>
                  <a:tcPr anchor="ctr"/>
                </a:tc>
                <a:extLst>
                  <a:ext uri="{0D108BD9-81ED-4DB2-BD59-A6C34878D82A}">
                    <a16:rowId xmlns:a16="http://schemas.microsoft.com/office/drawing/2014/main" val="2580938961"/>
                  </a:ext>
                </a:extLst>
              </a:tr>
              <a:tr h="287986">
                <a:tc>
                  <a:txBody>
                    <a:bodyPr/>
                    <a:lstStyle/>
                    <a:p>
                      <a:pPr>
                        <a:buNone/>
                      </a:pPr>
                      <a:r>
                        <a:rPr lang="en-US" sz="1200" dirty="0"/>
                        <a:t>Test Accuracy</a:t>
                      </a:r>
                    </a:p>
                  </a:txBody>
                  <a:tcPr anchor="ctr"/>
                </a:tc>
                <a:tc>
                  <a:txBody>
                    <a:bodyPr/>
                    <a:lstStyle/>
                    <a:p>
                      <a:pPr>
                        <a:buNone/>
                      </a:pPr>
                      <a:r>
                        <a:rPr lang="en-US" sz="1200"/>
                        <a:t>98.67%</a:t>
                      </a:r>
                      <a:endParaRPr lang="en-US" sz="1200" dirty="0"/>
                    </a:p>
                  </a:txBody>
                  <a:tcPr anchor="ctr"/>
                </a:tc>
                <a:tc>
                  <a:txBody>
                    <a:bodyPr/>
                    <a:lstStyle/>
                    <a:p>
                      <a:pPr>
                        <a:buNone/>
                      </a:pPr>
                      <a:r>
                        <a:rPr lang="en-US" sz="1200"/>
                        <a:t>80.35%</a:t>
                      </a:r>
                      <a:endParaRPr lang="en-US" sz="1200" dirty="0"/>
                    </a:p>
                  </a:txBody>
                  <a:tcPr anchor="ctr"/>
                </a:tc>
                <a:extLst>
                  <a:ext uri="{0D108BD9-81ED-4DB2-BD59-A6C34878D82A}">
                    <a16:rowId xmlns:a16="http://schemas.microsoft.com/office/drawing/2014/main" val="2598105887"/>
                  </a:ext>
                </a:extLst>
              </a:tr>
              <a:tr h="287986">
                <a:tc>
                  <a:txBody>
                    <a:bodyPr/>
                    <a:lstStyle/>
                    <a:p>
                      <a:pPr>
                        <a:buNone/>
                      </a:pPr>
                      <a:r>
                        <a:rPr lang="en-US" sz="1200"/>
                        <a:t>Test Loss</a:t>
                      </a:r>
                      <a:endParaRPr lang="en-US" sz="1200" dirty="0"/>
                    </a:p>
                  </a:txBody>
                  <a:tcPr anchor="ctr"/>
                </a:tc>
                <a:tc>
                  <a:txBody>
                    <a:bodyPr/>
                    <a:lstStyle/>
                    <a:p>
                      <a:pPr>
                        <a:buNone/>
                      </a:pPr>
                      <a:r>
                        <a:rPr lang="en-US" sz="1200" dirty="0"/>
                        <a:t>0.0401</a:t>
                      </a:r>
                    </a:p>
                  </a:txBody>
                  <a:tcPr anchor="ctr"/>
                </a:tc>
                <a:tc>
                  <a:txBody>
                    <a:bodyPr/>
                    <a:lstStyle/>
                    <a:p>
                      <a:pPr>
                        <a:buNone/>
                      </a:pPr>
                      <a:r>
                        <a:rPr lang="en-US" sz="1200" dirty="0"/>
                        <a:t>0.6788</a:t>
                      </a:r>
                    </a:p>
                  </a:txBody>
                  <a:tcPr anchor="ctr"/>
                </a:tc>
                <a:extLst>
                  <a:ext uri="{0D108BD9-81ED-4DB2-BD59-A6C34878D82A}">
                    <a16:rowId xmlns:a16="http://schemas.microsoft.com/office/drawing/2014/main" val="537994002"/>
                  </a:ext>
                </a:extLst>
              </a:tr>
              <a:tr h="287986">
                <a:tc>
                  <a:txBody>
                    <a:bodyPr/>
                    <a:lstStyle/>
                    <a:p>
                      <a:pPr>
                        <a:buNone/>
                      </a:pPr>
                      <a:r>
                        <a:rPr lang="en-US" sz="1200"/>
                        <a:t>Training Time</a:t>
                      </a:r>
                      <a:endParaRPr lang="en-US" sz="1200" dirty="0"/>
                    </a:p>
                  </a:txBody>
                  <a:tcPr anchor="ctr"/>
                </a:tc>
                <a:tc>
                  <a:txBody>
                    <a:bodyPr/>
                    <a:lstStyle/>
                    <a:p>
                      <a:pPr>
                        <a:buNone/>
                      </a:pPr>
                      <a:r>
                        <a:rPr lang="en-US" sz="1200" dirty="0"/>
                        <a:t>99.76 s</a:t>
                      </a:r>
                    </a:p>
                  </a:txBody>
                  <a:tcPr anchor="ctr"/>
                </a:tc>
                <a:tc>
                  <a:txBody>
                    <a:bodyPr/>
                    <a:lstStyle/>
                    <a:p>
                      <a:pPr>
                        <a:buNone/>
                      </a:pPr>
                      <a:r>
                        <a:rPr lang="en-US" sz="1200"/>
                        <a:t>23.32 s</a:t>
                      </a:r>
                      <a:endParaRPr lang="en-US" sz="1200" dirty="0"/>
                    </a:p>
                  </a:txBody>
                  <a:tcPr anchor="ctr"/>
                </a:tc>
                <a:extLst>
                  <a:ext uri="{0D108BD9-81ED-4DB2-BD59-A6C34878D82A}">
                    <a16:rowId xmlns:a16="http://schemas.microsoft.com/office/drawing/2014/main" val="3117041686"/>
                  </a:ext>
                </a:extLst>
              </a:tr>
              <a:tr h="287986">
                <a:tc>
                  <a:txBody>
                    <a:bodyPr/>
                    <a:lstStyle/>
                    <a:p>
                      <a:pPr>
                        <a:buNone/>
                      </a:pPr>
                      <a:r>
                        <a:rPr lang="en-US" sz="1200"/>
                        <a:t>Evaluation Time</a:t>
                      </a:r>
                      <a:endParaRPr lang="en-US" sz="1200" dirty="0"/>
                    </a:p>
                  </a:txBody>
                  <a:tcPr anchor="ctr"/>
                </a:tc>
                <a:tc>
                  <a:txBody>
                    <a:bodyPr/>
                    <a:lstStyle/>
                    <a:p>
                      <a:pPr>
                        <a:buNone/>
                      </a:pPr>
                      <a:r>
                        <a:rPr lang="en-US" sz="1200"/>
                        <a:t>1.43 s</a:t>
                      </a:r>
                      <a:endParaRPr lang="en-US" sz="1200" dirty="0"/>
                    </a:p>
                  </a:txBody>
                  <a:tcPr anchor="ctr"/>
                </a:tc>
                <a:tc>
                  <a:txBody>
                    <a:bodyPr/>
                    <a:lstStyle/>
                    <a:p>
                      <a:pPr>
                        <a:buNone/>
                      </a:pPr>
                      <a:r>
                        <a:rPr lang="en-US" sz="1200" dirty="0"/>
                        <a:t>0.87 s</a:t>
                      </a:r>
                    </a:p>
                  </a:txBody>
                  <a:tcPr anchor="ctr"/>
                </a:tc>
                <a:extLst>
                  <a:ext uri="{0D108BD9-81ED-4DB2-BD59-A6C34878D82A}">
                    <a16:rowId xmlns:a16="http://schemas.microsoft.com/office/drawing/2014/main" val="3324992151"/>
                  </a:ext>
                </a:extLst>
              </a:tr>
              <a:tr h="287986">
                <a:tc>
                  <a:txBody>
                    <a:bodyPr/>
                    <a:lstStyle/>
                    <a:p>
                      <a:pPr>
                        <a:buNone/>
                      </a:pPr>
                      <a:r>
                        <a:rPr lang="en-US" sz="1200"/>
                        <a:t>Prediction Time</a:t>
                      </a:r>
                      <a:endParaRPr lang="en-US" sz="1200" dirty="0"/>
                    </a:p>
                  </a:txBody>
                  <a:tcPr anchor="ctr"/>
                </a:tc>
                <a:tc>
                  <a:txBody>
                    <a:bodyPr/>
                    <a:lstStyle/>
                    <a:p>
                      <a:pPr>
                        <a:buNone/>
                      </a:pPr>
                      <a:r>
                        <a:rPr lang="en-US" sz="1200"/>
                        <a:t>1.31 s</a:t>
                      </a:r>
                      <a:endParaRPr lang="en-US" sz="1200" dirty="0"/>
                    </a:p>
                  </a:txBody>
                  <a:tcPr anchor="ctr"/>
                </a:tc>
                <a:tc>
                  <a:txBody>
                    <a:bodyPr/>
                    <a:lstStyle/>
                    <a:p>
                      <a:pPr>
                        <a:buNone/>
                      </a:pPr>
                      <a:r>
                        <a:rPr lang="en-US" sz="1200" dirty="0"/>
                        <a:t>0.80 s</a:t>
                      </a:r>
                    </a:p>
                  </a:txBody>
                  <a:tcPr anchor="ctr"/>
                </a:tc>
                <a:extLst>
                  <a:ext uri="{0D108BD9-81ED-4DB2-BD59-A6C34878D82A}">
                    <a16:rowId xmlns:a16="http://schemas.microsoft.com/office/drawing/2014/main" val="2771213040"/>
                  </a:ext>
                </a:extLst>
              </a:tr>
            </a:tbl>
          </a:graphicData>
        </a:graphic>
      </p:graphicFrame>
      <p:pic>
        <p:nvPicPr>
          <p:cNvPr id="10" name="Picture 9" descr="A graph of loss and loss&#10;&#10;AI-generated content may be incorrect.">
            <a:extLst>
              <a:ext uri="{FF2B5EF4-FFF2-40B4-BE49-F238E27FC236}">
                <a16:creationId xmlns:a16="http://schemas.microsoft.com/office/drawing/2014/main" id="{F94A079D-C04F-7921-EB3F-20B43A83855D}"/>
              </a:ext>
            </a:extLst>
          </p:cNvPr>
          <p:cNvPicPr>
            <a:picLocks noChangeAspect="1"/>
          </p:cNvPicPr>
          <p:nvPr/>
        </p:nvPicPr>
        <p:blipFill>
          <a:blip r:embed="rId2"/>
          <a:srcRect l="2233" r="6600"/>
          <a:stretch>
            <a:fillRect/>
          </a:stretch>
        </p:blipFill>
        <p:spPr>
          <a:xfrm>
            <a:off x="7048499" y="4572000"/>
            <a:ext cx="3729575" cy="2063751"/>
          </a:xfrm>
          <a:prstGeom prst="rect">
            <a:avLst/>
          </a:prstGeom>
        </p:spPr>
      </p:pic>
      <p:pic>
        <p:nvPicPr>
          <p:cNvPr id="12" name="Picture 11">
            <a:extLst>
              <a:ext uri="{FF2B5EF4-FFF2-40B4-BE49-F238E27FC236}">
                <a16:creationId xmlns:a16="http://schemas.microsoft.com/office/drawing/2014/main" id="{CDBC54CA-4859-0F94-EEA1-1F9796BB69BB}"/>
              </a:ext>
            </a:extLst>
          </p:cNvPr>
          <p:cNvPicPr>
            <a:picLocks noChangeAspect="1"/>
          </p:cNvPicPr>
          <p:nvPr/>
        </p:nvPicPr>
        <p:blipFill>
          <a:blip r:embed="rId3"/>
          <a:srcRect t="11511" b="25899"/>
          <a:stretch>
            <a:fillRect/>
          </a:stretch>
        </p:blipFill>
        <p:spPr>
          <a:xfrm>
            <a:off x="5873751" y="3672416"/>
            <a:ext cx="6074833" cy="1005420"/>
          </a:xfrm>
          <a:prstGeom prst="rect">
            <a:avLst/>
          </a:prstGeom>
        </p:spPr>
      </p:pic>
    </p:spTree>
    <p:extLst>
      <p:ext uri="{BB962C8B-B14F-4D97-AF65-F5344CB8AC3E}">
        <p14:creationId xmlns:p14="http://schemas.microsoft.com/office/powerpoint/2010/main" val="311887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F23FBA-33A6-22E0-907B-C6B5C721A925}"/>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2A26D69-694F-4B8B-E84E-87063F66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830B809-6AB8-8FBB-2197-A61AD5A96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48DE6388-7208-8207-CB3D-9AD12FEFA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8D23B5C-A4EE-0F7E-9B05-145F280DEF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CEC34A50-188A-6D63-F62B-DAB5F37EA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231F8F56-FF93-B428-6088-9DEAC89E5C04}"/>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Variation 4: Elliot Mai</a:t>
            </a:r>
            <a:endParaRPr lang="en-150" sz="4000">
              <a:solidFill>
                <a:srgbClr val="FFFFFF"/>
              </a:solidFill>
            </a:endParaRPr>
          </a:p>
        </p:txBody>
      </p:sp>
      <p:pic>
        <p:nvPicPr>
          <p:cNvPr id="3" name="Picture 2" descr="The diagram shows a graph comparing the training and validation accuracy and loss over several epochs, indicating that the model's accuracy improves over time while the validation loss decreases.&#10;&#10;AI-generated content may be incorrect.">
            <a:extLst>
              <a:ext uri="{FF2B5EF4-FFF2-40B4-BE49-F238E27FC236}">
                <a16:creationId xmlns:a16="http://schemas.microsoft.com/office/drawing/2014/main" id="{FF40C100-B6A3-EDB3-F7AD-007ABD7FD9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3767" y="2045007"/>
            <a:ext cx="7678229" cy="4037198"/>
          </a:xfrm>
          <a:prstGeom prst="rect">
            <a:avLst/>
          </a:prstGeom>
        </p:spPr>
      </p:pic>
      <p:sp>
        <p:nvSpPr>
          <p:cNvPr id="6" name="Text Placeholder 5">
            <a:extLst>
              <a:ext uri="{FF2B5EF4-FFF2-40B4-BE49-F238E27FC236}">
                <a16:creationId xmlns:a16="http://schemas.microsoft.com/office/drawing/2014/main" id="{53BDE638-0B07-6572-0623-44A0C9BCEAA8}"/>
              </a:ext>
            </a:extLst>
          </p:cNvPr>
          <p:cNvSpPr>
            <a:spLocks noGrp="1"/>
          </p:cNvSpPr>
          <p:nvPr>
            <p:ph idx="1"/>
          </p:nvPr>
        </p:nvSpPr>
        <p:spPr>
          <a:xfrm>
            <a:off x="231166" y="2221927"/>
            <a:ext cx="4566864" cy="3683358"/>
          </a:xfrm>
        </p:spPr>
        <p:txBody>
          <a:bodyPr anchor="ctr">
            <a:normAutofit/>
          </a:bodyPr>
          <a:lstStyle/>
          <a:p>
            <a:r>
              <a:rPr lang="en-US" sz="2000" b="1" dirty="0"/>
              <a:t>Parameters Changed:</a:t>
            </a:r>
            <a:r>
              <a:rPr lang="en-US" sz="2000" dirty="0"/>
              <a:t> Added two additional Conv2D + MaxPooling2D blocks (32→64→128 filters)</a:t>
            </a:r>
          </a:p>
          <a:p>
            <a:r>
              <a:rPr lang="en-US" sz="2000" b="1" dirty="0"/>
              <a:t>Hypothesis:</a:t>
            </a:r>
            <a:r>
              <a:rPr lang="en-US" sz="2000" dirty="0"/>
              <a:t> Deeper networks extract more complex features, improving accuracy</a:t>
            </a:r>
          </a:p>
          <a:p>
            <a:r>
              <a:rPr lang="en-US" sz="2000" b="1" dirty="0"/>
              <a:t>Results:</a:t>
            </a:r>
            <a:r>
              <a:rPr lang="en-US" sz="2000" dirty="0"/>
              <a:t> V4 reached ~99.3% training accuracy vs ~99.2% baseline, with validation accuracy ~98.8% both - marginal improvement with signs of slight overfitting</a:t>
            </a:r>
          </a:p>
        </p:txBody>
      </p:sp>
    </p:spTree>
    <p:extLst>
      <p:ext uri="{BB962C8B-B14F-4D97-AF65-F5344CB8AC3E}">
        <p14:creationId xmlns:p14="http://schemas.microsoft.com/office/powerpoint/2010/main" val="1688651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75FEAF-7D0A-B65E-3D23-D0DD4D4F89BA}"/>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B508CEF-F0A1-B962-6BD3-EF58EA0719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2AFC123-47F8-3577-0061-4282CA93AB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4BCFC1A3-2820-C492-A914-B1ECDCAF00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8216A8D-A9EB-3F5F-E2B6-4A60C76558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7944C3D3-DE13-760F-009F-C64A0636ED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B555A65-D691-8BA6-1405-4571EB324A45}"/>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Variation 5: Gerald Turner</a:t>
            </a:r>
            <a:endParaRPr lang="en-150" sz="4000" dirty="0">
              <a:solidFill>
                <a:srgbClr val="FFFFFF"/>
              </a:solidFill>
            </a:endParaRPr>
          </a:p>
        </p:txBody>
      </p:sp>
      <p:sp>
        <p:nvSpPr>
          <p:cNvPr id="6" name="Text Placeholder 5">
            <a:extLst>
              <a:ext uri="{FF2B5EF4-FFF2-40B4-BE49-F238E27FC236}">
                <a16:creationId xmlns:a16="http://schemas.microsoft.com/office/drawing/2014/main" id="{D51FF78F-E65B-C86B-FD89-E10C13406F82}"/>
              </a:ext>
            </a:extLst>
          </p:cNvPr>
          <p:cNvSpPr>
            <a:spLocks noGrp="1"/>
          </p:cNvSpPr>
          <p:nvPr>
            <p:ph idx="1"/>
          </p:nvPr>
        </p:nvSpPr>
        <p:spPr>
          <a:xfrm>
            <a:off x="231166" y="1891970"/>
            <a:ext cx="5367632" cy="4671491"/>
          </a:xfrm>
        </p:spPr>
        <p:txBody>
          <a:bodyPr anchor="ctr">
            <a:normAutofit fontScale="92500" lnSpcReduction="20000"/>
          </a:bodyPr>
          <a:lstStyle/>
          <a:p>
            <a:r>
              <a:rPr lang="en-US" sz="2000" b="1" dirty="0">
                <a:solidFill>
                  <a:schemeClr val="tx2"/>
                </a:solidFill>
                <a:ea typeface="Calibri"/>
                <a:cs typeface="Times New Roman"/>
              </a:rPr>
              <a:t>Parameters Changed:</a:t>
            </a:r>
            <a:r>
              <a:rPr lang="en-US" sz="2000" dirty="0">
                <a:solidFill>
                  <a:schemeClr val="tx2"/>
                </a:solidFill>
                <a:ea typeface="Calibri"/>
                <a:cs typeface="Times New Roman"/>
              </a:rPr>
              <a:t> </a:t>
            </a:r>
            <a:r>
              <a:rPr lang="en-US" sz="2000" dirty="0">
                <a:solidFill>
                  <a:schemeClr val="tx2"/>
                </a:solidFill>
                <a:ea typeface="+mn-lt"/>
                <a:cs typeface="Times New Roman"/>
              </a:rPr>
              <a:t>Dropout layer added after convolution layers. Dropout layer added before the final dense layer. Dropout rates used: </a:t>
            </a:r>
            <a:r>
              <a:rPr lang="en-US" sz="2000" dirty="0">
                <a:solidFill>
                  <a:schemeClr val="tx2"/>
                </a:solidFill>
                <a:ea typeface="Calibri"/>
                <a:cs typeface="Times New Roman"/>
              </a:rPr>
              <a:t>Dropout(0.25)Dropout(0.5)</a:t>
            </a:r>
            <a:endParaRPr lang="en-US" sz="2000" dirty="0">
              <a:solidFill>
                <a:schemeClr val="tx2"/>
              </a:solidFill>
              <a:cs typeface="Times New Roman"/>
            </a:endParaRPr>
          </a:p>
          <a:p>
            <a:r>
              <a:rPr lang="en-US" sz="2000" b="1" dirty="0">
                <a:solidFill>
                  <a:schemeClr val="tx2"/>
                </a:solidFill>
                <a:ea typeface="Calibri"/>
                <a:cs typeface="Times New Roman"/>
              </a:rPr>
              <a:t>Hypothesis: </a:t>
            </a:r>
            <a:r>
              <a:rPr lang="en-US" sz="2000" dirty="0">
                <a:solidFill>
                  <a:schemeClr val="tx2"/>
                </a:solidFill>
                <a:ea typeface="Calibri"/>
                <a:cs typeface="Times New Roman"/>
              </a:rPr>
              <a:t>Dropout reduces overfitting and improves generalization. </a:t>
            </a:r>
            <a:r>
              <a:rPr lang="en-US" sz="2000" dirty="0">
                <a:solidFill>
                  <a:schemeClr val="tx2"/>
                </a:solidFill>
                <a:ea typeface="+mn-lt"/>
                <a:cs typeface="+mn-lt"/>
              </a:rPr>
              <a:t>Adding dropout layers should reduce overfitting by preventing the network from relying too heavily on specific neurons. Slight increase in training time. Improved generalization on test data. Test accuracy remains similar or slightly improves compared to the baseline.</a:t>
            </a:r>
            <a:r>
              <a:rPr lang="en-US" sz="2000" dirty="0">
                <a:solidFill>
                  <a:schemeClr val="tx2"/>
                </a:solidFill>
                <a:ea typeface="Calibri"/>
                <a:cs typeface="Times New Roman"/>
              </a:rPr>
              <a:t> Accuracy remained similar to baseline while improving stability.</a:t>
            </a:r>
            <a:endParaRPr lang="en-US" sz="2000" dirty="0">
              <a:solidFill>
                <a:schemeClr val="tx2"/>
              </a:solidFill>
              <a:cs typeface="Times New Roman"/>
            </a:endParaRPr>
          </a:p>
          <a:p>
            <a:r>
              <a:rPr lang="en-US" sz="2000" b="1" dirty="0">
                <a:solidFill>
                  <a:schemeClr val="tx2"/>
                </a:solidFill>
                <a:ea typeface="Calibri"/>
                <a:cs typeface="Times New Roman"/>
              </a:rPr>
              <a:t>Results: </a:t>
            </a:r>
            <a:r>
              <a:rPr lang="en-US" sz="2000" dirty="0">
                <a:solidFill>
                  <a:schemeClr val="tx2"/>
                </a:solidFill>
                <a:ea typeface="+mn-lt"/>
                <a:cs typeface="+mn-lt"/>
              </a:rPr>
              <a:t>Test Accuracy: 98.80%, Test Loss: 0.041, Training Time: 60 seconds. Observed effects: Accuracy remained very similar to baseline.</a:t>
            </a:r>
            <a:r>
              <a:rPr lang="en-US" sz="2000" b="1" dirty="0">
                <a:solidFill>
                  <a:schemeClr val="tx2"/>
                </a:solidFill>
                <a:ea typeface="+mn-lt"/>
                <a:cs typeface="+mn-lt"/>
              </a:rPr>
              <a:t> </a:t>
            </a:r>
            <a:r>
              <a:rPr lang="en-US" sz="2000" dirty="0">
                <a:solidFill>
                  <a:schemeClr val="tx2"/>
                </a:solidFill>
                <a:ea typeface="+mn-lt"/>
                <a:cs typeface="+mn-lt"/>
              </a:rPr>
              <a:t>Dropout helped stabilize predictions. Model maintained strong performance on unseen data</a:t>
            </a:r>
            <a:endParaRPr lang="en-US" sz="2000" dirty="0">
              <a:solidFill>
                <a:schemeClr val="tx2"/>
              </a:solidFill>
            </a:endParaRPr>
          </a:p>
        </p:txBody>
      </p:sp>
      <p:graphicFrame>
        <p:nvGraphicFramePr>
          <p:cNvPr id="2" name="Table 1">
            <a:extLst>
              <a:ext uri="{FF2B5EF4-FFF2-40B4-BE49-F238E27FC236}">
                <a16:creationId xmlns:a16="http://schemas.microsoft.com/office/drawing/2014/main" id="{32243835-685A-C8C7-CC13-9D21F582DF50}"/>
              </a:ext>
            </a:extLst>
          </p:cNvPr>
          <p:cNvGraphicFramePr>
            <a:graphicFrameLocks noGrp="1"/>
          </p:cNvGraphicFramePr>
          <p:nvPr>
            <p:extLst>
              <p:ext uri="{D42A27DB-BD31-4B8C-83A1-F6EECF244321}">
                <p14:modId xmlns:p14="http://schemas.microsoft.com/office/powerpoint/2010/main" val="2685713241"/>
              </p:ext>
            </p:extLst>
          </p:nvPr>
        </p:nvGraphicFramePr>
        <p:xfrm>
          <a:off x="5989834" y="2687201"/>
          <a:ext cx="5860792" cy="2963586"/>
        </p:xfrm>
        <a:graphic>
          <a:graphicData uri="http://schemas.openxmlformats.org/drawingml/2006/table">
            <a:tbl>
              <a:tblPr firstRow="1" bandRow="1">
                <a:tableStyleId>{5C22544A-7EE6-4342-B048-85BDC9FD1C3A}</a:tableStyleId>
              </a:tblPr>
              <a:tblGrid>
                <a:gridCol w="2060497">
                  <a:extLst>
                    <a:ext uri="{9D8B030D-6E8A-4147-A177-3AD203B41FA5}">
                      <a16:colId xmlns:a16="http://schemas.microsoft.com/office/drawing/2014/main" val="4182082886"/>
                    </a:ext>
                  </a:extLst>
                </a:gridCol>
                <a:gridCol w="1880103">
                  <a:extLst>
                    <a:ext uri="{9D8B030D-6E8A-4147-A177-3AD203B41FA5}">
                      <a16:colId xmlns:a16="http://schemas.microsoft.com/office/drawing/2014/main" val="490464486"/>
                    </a:ext>
                  </a:extLst>
                </a:gridCol>
                <a:gridCol w="1920192">
                  <a:extLst>
                    <a:ext uri="{9D8B030D-6E8A-4147-A177-3AD203B41FA5}">
                      <a16:colId xmlns:a16="http://schemas.microsoft.com/office/drawing/2014/main" val="3695243377"/>
                    </a:ext>
                  </a:extLst>
                </a:gridCol>
              </a:tblGrid>
              <a:tr h="552534">
                <a:tc>
                  <a:txBody>
                    <a:bodyPr/>
                    <a:lstStyle/>
                    <a:p>
                      <a:pPr>
                        <a:buNone/>
                      </a:pPr>
                      <a:r>
                        <a:rPr lang="en-US" sz="2000" dirty="0"/>
                        <a:t>Metric</a:t>
                      </a:r>
                    </a:p>
                  </a:txBody>
                  <a:tcPr marL="101998" marR="101998" marT="50999" marB="50999" anchor="ctr"/>
                </a:tc>
                <a:tc>
                  <a:txBody>
                    <a:bodyPr/>
                    <a:lstStyle/>
                    <a:p>
                      <a:pPr>
                        <a:buNone/>
                      </a:pPr>
                      <a:r>
                        <a:rPr lang="en-US" sz="2000"/>
                        <a:t>Baseline</a:t>
                      </a:r>
                    </a:p>
                  </a:txBody>
                  <a:tcPr marL="101998" marR="101998" marT="50999" marB="50999" anchor="ctr"/>
                </a:tc>
                <a:tc>
                  <a:txBody>
                    <a:bodyPr/>
                    <a:lstStyle/>
                    <a:p>
                      <a:pPr>
                        <a:buNone/>
                      </a:pPr>
                      <a:r>
                        <a:rPr lang="en-US" sz="2000"/>
                        <a:t>Variation</a:t>
                      </a:r>
                    </a:p>
                  </a:txBody>
                  <a:tcPr marL="101998" marR="101998" marT="50999" marB="50999" anchor="ctr"/>
                </a:tc>
                <a:extLst>
                  <a:ext uri="{0D108BD9-81ED-4DB2-BD59-A6C34878D82A}">
                    <a16:rowId xmlns:a16="http://schemas.microsoft.com/office/drawing/2014/main" val="3176478427"/>
                  </a:ext>
                </a:extLst>
              </a:tr>
              <a:tr h="929259">
                <a:tc>
                  <a:txBody>
                    <a:bodyPr/>
                    <a:lstStyle/>
                    <a:p>
                      <a:pPr>
                        <a:buNone/>
                      </a:pPr>
                      <a:r>
                        <a:rPr lang="en-US" sz="2000" dirty="0"/>
                        <a:t>Test Accuracy</a:t>
                      </a:r>
                    </a:p>
                  </a:txBody>
                  <a:tcPr marL="101998" marR="101998" marT="50999" marB="50999" anchor="ctr"/>
                </a:tc>
                <a:tc>
                  <a:txBody>
                    <a:bodyPr/>
                    <a:lstStyle/>
                    <a:p>
                      <a:pPr>
                        <a:buNone/>
                      </a:pPr>
                      <a:r>
                        <a:rPr lang="en-US" sz="2000"/>
                        <a:t>98.70%</a:t>
                      </a:r>
                    </a:p>
                  </a:txBody>
                  <a:tcPr marL="101998" marR="101998" marT="50999" marB="50999" anchor="ctr"/>
                </a:tc>
                <a:tc>
                  <a:txBody>
                    <a:bodyPr/>
                    <a:lstStyle/>
                    <a:p>
                      <a:pPr>
                        <a:buNone/>
                      </a:pPr>
                      <a:r>
                        <a:rPr lang="en-US" sz="2000"/>
                        <a:t>98.80%</a:t>
                      </a:r>
                    </a:p>
                  </a:txBody>
                  <a:tcPr marL="101998" marR="101998" marT="50999" marB="50999" anchor="ctr"/>
                </a:tc>
                <a:extLst>
                  <a:ext uri="{0D108BD9-81ED-4DB2-BD59-A6C34878D82A}">
                    <a16:rowId xmlns:a16="http://schemas.microsoft.com/office/drawing/2014/main" val="3761711185"/>
                  </a:ext>
                </a:extLst>
              </a:tr>
              <a:tr h="552534">
                <a:tc>
                  <a:txBody>
                    <a:bodyPr/>
                    <a:lstStyle/>
                    <a:p>
                      <a:pPr>
                        <a:buNone/>
                      </a:pPr>
                      <a:r>
                        <a:rPr lang="en-US" sz="2000"/>
                        <a:t>Test Loss</a:t>
                      </a:r>
                    </a:p>
                  </a:txBody>
                  <a:tcPr marL="101998" marR="101998" marT="50999" marB="50999" anchor="ctr"/>
                </a:tc>
                <a:tc>
                  <a:txBody>
                    <a:bodyPr/>
                    <a:lstStyle/>
                    <a:p>
                      <a:pPr>
                        <a:buNone/>
                      </a:pPr>
                      <a:r>
                        <a:rPr lang="en-US" sz="2000"/>
                        <a:t>0.0449</a:t>
                      </a:r>
                    </a:p>
                  </a:txBody>
                  <a:tcPr marL="101998" marR="101998" marT="50999" marB="50999" anchor="ctr"/>
                </a:tc>
                <a:tc>
                  <a:txBody>
                    <a:bodyPr/>
                    <a:lstStyle/>
                    <a:p>
                      <a:pPr>
                        <a:buNone/>
                      </a:pPr>
                      <a:r>
                        <a:rPr lang="en-US" sz="2000"/>
                        <a:t>0.041</a:t>
                      </a:r>
                    </a:p>
                  </a:txBody>
                  <a:tcPr marL="101998" marR="101998" marT="50999" marB="50999" anchor="ctr"/>
                </a:tc>
                <a:extLst>
                  <a:ext uri="{0D108BD9-81ED-4DB2-BD59-A6C34878D82A}">
                    <a16:rowId xmlns:a16="http://schemas.microsoft.com/office/drawing/2014/main" val="2111070454"/>
                  </a:ext>
                </a:extLst>
              </a:tr>
              <a:tr h="929259">
                <a:tc>
                  <a:txBody>
                    <a:bodyPr/>
                    <a:lstStyle/>
                    <a:p>
                      <a:pPr>
                        <a:buNone/>
                      </a:pPr>
                      <a:r>
                        <a:rPr lang="en-US" sz="2000" dirty="0"/>
                        <a:t>Training Time</a:t>
                      </a:r>
                    </a:p>
                  </a:txBody>
                  <a:tcPr marL="101998" marR="101998" marT="50999" marB="50999" anchor="ctr"/>
                </a:tc>
                <a:tc>
                  <a:txBody>
                    <a:bodyPr/>
                    <a:lstStyle/>
                    <a:p>
                      <a:pPr>
                        <a:buNone/>
                      </a:pPr>
                      <a:r>
                        <a:rPr lang="en-US" sz="2000"/>
                        <a:t>54.8 s</a:t>
                      </a:r>
                    </a:p>
                  </a:txBody>
                  <a:tcPr marL="101998" marR="101998" marT="50999" marB="50999" anchor="ctr"/>
                </a:tc>
                <a:tc>
                  <a:txBody>
                    <a:bodyPr/>
                    <a:lstStyle/>
                    <a:p>
                      <a:pPr>
                        <a:buNone/>
                      </a:pPr>
                      <a:r>
                        <a:rPr lang="en-US" sz="2000" dirty="0"/>
                        <a:t>~60 s</a:t>
                      </a:r>
                    </a:p>
                  </a:txBody>
                  <a:tcPr marL="101998" marR="101998" marT="50999" marB="50999" anchor="ctr"/>
                </a:tc>
                <a:extLst>
                  <a:ext uri="{0D108BD9-81ED-4DB2-BD59-A6C34878D82A}">
                    <a16:rowId xmlns:a16="http://schemas.microsoft.com/office/drawing/2014/main" val="1338751788"/>
                  </a:ext>
                </a:extLst>
              </a:tr>
            </a:tbl>
          </a:graphicData>
        </a:graphic>
      </p:graphicFrame>
    </p:spTree>
    <p:extLst>
      <p:ext uri="{BB962C8B-B14F-4D97-AF65-F5344CB8AC3E}">
        <p14:creationId xmlns:p14="http://schemas.microsoft.com/office/powerpoint/2010/main" val="3554631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EBB9E1-117A-0077-012B-4FE1BA4DA1D1}"/>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Summary</a:t>
            </a:r>
            <a:endParaRPr lang="en-150" sz="4000">
              <a:solidFill>
                <a:srgbClr val="FFFFFF"/>
              </a:solidFill>
            </a:endParaRPr>
          </a:p>
        </p:txBody>
      </p:sp>
      <p:graphicFrame>
        <p:nvGraphicFramePr>
          <p:cNvPr id="39" name="Content Placeholder 2">
            <a:extLst>
              <a:ext uri="{FF2B5EF4-FFF2-40B4-BE49-F238E27FC236}">
                <a16:creationId xmlns:a16="http://schemas.microsoft.com/office/drawing/2014/main" id="{3A054AE5-A1BF-BD60-2138-EF539969EEC2}"/>
              </a:ext>
            </a:extLst>
          </p:cNvPr>
          <p:cNvGraphicFramePr>
            <a:graphicFrameLocks noGrp="1"/>
          </p:cNvGraphicFramePr>
          <p:nvPr>
            <p:ph idx="1"/>
            <p:extLst>
              <p:ext uri="{D42A27DB-BD31-4B8C-83A1-F6EECF244321}">
                <p14:modId xmlns:p14="http://schemas.microsoft.com/office/powerpoint/2010/main" val="1344406462"/>
              </p:ext>
            </p:extLst>
          </p:nvPr>
        </p:nvGraphicFramePr>
        <p:xfrm>
          <a:off x="1371599" y="2318197"/>
          <a:ext cx="9724031" cy="36833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17191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868</Words>
  <Application>Microsoft Office PowerPoint</Application>
  <PresentationFormat>Widescreen</PresentationFormat>
  <Paragraphs>90</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Display</vt:lpstr>
      <vt:lpstr>Arial</vt:lpstr>
      <vt:lpstr>Calibri</vt:lpstr>
      <vt:lpstr>Courier New</vt:lpstr>
      <vt:lpstr>Times New Roman</vt:lpstr>
      <vt:lpstr>Office Theme</vt:lpstr>
      <vt:lpstr>Unit 9 Assignment</vt:lpstr>
      <vt:lpstr>Baseline Model</vt:lpstr>
      <vt:lpstr>Variation 1: Adrienne Samos</vt:lpstr>
      <vt:lpstr>Variation 2: Conregan Robinson</vt:lpstr>
      <vt:lpstr>Variation 3: Israel Vega</vt:lpstr>
      <vt:lpstr>Variation 4: Elliot Mai</vt:lpstr>
      <vt:lpstr>Variation 5: Gerald Turner</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Elliot Mai</dc:creator>
  <cp:lastModifiedBy>Elliot Mai</cp:lastModifiedBy>
  <cp:revision>113</cp:revision>
  <dcterms:created xsi:type="dcterms:W3CDTF">2026-03-05T02:09:14Z</dcterms:created>
  <dcterms:modified xsi:type="dcterms:W3CDTF">2026-03-11T01:17:18Z</dcterms:modified>
</cp:coreProperties>
</file>