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0" r:id="rId8"/>
    <p:sldId id="259" r:id="rId9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6B81E-A919-496D-9FA4-A8C857C6917F}" v="65" dt="2026-03-07T20:49:40.377"/>
    <p1510:client id="{4B232746-762D-DE8C-7D01-26173855CD31}" v="294" dt="2026-03-07T20:59:10.562"/>
    <p1510:client id="{4F8CDE41-BC36-BDCF-6662-9346E004DDBF}" v="6" dt="2026-03-07T20:38:14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iot Mai" userId="1c49b37007f9488b" providerId="LiveId" clId="{3EDB10E2-DA7D-4765-B207-53B47556FA45}"/>
    <pc:docChg chg="undo custSel addSld delSld modSld">
      <pc:chgData name="Elliot Mai" userId="1c49b37007f9488b" providerId="LiveId" clId="{3EDB10E2-DA7D-4765-B207-53B47556FA45}" dt="2026-03-07T20:49:40.377" v="351" actId="20577"/>
      <pc:docMkLst>
        <pc:docMk/>
      </pc:docMkLst>
      <pc:sldChg chg="addSp delSp modSp new mod setBg addAnim modAnim">
        <pc:chgData name="Elliot Mai" userId="1c49b37007f9488b" providerId="LiveId" clId="{3EDB10E2-DA7D-4765-B207-53B47556FA45}" dt="2026-03-05T17:13:37.142" v="286"/>
        <pc:sldMkLst>
          <pc:docMk/>
          <pc:sldMk cId="540900252" sldId="256"/>
        </pc:sldMkLst>
        <pc:spChg chg="mod">
          <ac:chgData name="Elliot Mai" userId="1c49b37007f9488b" providerId="LiveId" clId="{3EDB10E2-DA7D-4765-B207-53B47556FA45}" dt="2026-03-05T02:12:12.047" v="183" actId="26606"/>
          <ac:spMkLst>
            <pc:docMk/>
            <pc:sldMk cId="540900252" sldId="256"/>
            <ac:spMk id="2" creationId="{0EF0F598-227B-128C-1FAE-23F74D77EAC8}"/>
          </ac:spMkLst>
        </pc:spChg>
        <pc:spChg chg="mod">
          <ac:chgData name="Elliot Mai" userId="1c49b37007f9488b" providerId="LiveId" clId="{3EDB10E2-DA7D-4765-B207-53B47556FA45}" dt="2026-03-05T17:13:37.142" v="286"/>
          <ac:spMkLst>
            <pc:docMk/>
            <pc:sldMk cId="540900252" sldId="256"/>
            <ac:spMk id="3" creationId="{06B55207-CD41-87F2-68F4-2F3A8F48C6AE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23" creationId="{6F5A5072-7B47-4D32-B52A-4EBBF590B8A5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25" creationId="{9715DAF0-AE1B-46C9-8A6B-DB2AA05AB91D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27" creationId="{6016219D-510E-4184-9090-6D5578A87BD1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29" creationId="{AFF4A713-7B75-4B21-90D7-5AB19547C728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31" creationId="{DC631C0B-6DA6-4E57-8231-CE32B3434A7E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33" creationId="{C29501E6-A978-4A61-9689-9085AF97A53A}"/>
          </ac:spMkLst>
        </pc:spChg>
      </pc:sldChg>
      <pc:sldChg chg="addSp delSp modSp new mod setBg modClrScheme addAnim delDesignElem chgLayout">
        <pc:chgData name="Elliot Mai" userId="1c49b37007f9488b" providerId="LiveId" clId="{3EDB10E2-DA7D-4765-B207-53B47556FA45}" dt="2026-03-05T02:15:28.449" v="241" actId="20577"/>
        <pc:sldMkLst>
          <pc:docMk/>
          <pc:sldMk cId="1909686191" sldId="257"/>
        </pc:sldMkLst>
        <pc:spChg chg="mod or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2" creationId="{B47A62DE-F7EA-87EE-E23C-C4E6C881AA10}"/>
          </ac:spMkLst>
        </pc:spChg>
        <pc:spChg chg="add mod ord">
          <ac:chgData name="Elliot Mai" userId="1c49b37007f9488b" providerId="LiveId" clId="{3EDB10E2-DA7D-4765-B207-53B47556FA45}" dt="2026-03-05T02:15:28.449" v="241" actId="20577"/>
          <ac:spMkLst>
            <pc:docMk/>
            <pc:sldMk cId="1909686191" sldId="257"/>
            <ac:spMk id="4" creationId="{C2BF2A73-CB38-4C3C-B0DF-AFB619494CC3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15" creationId="{375E0459-6403-40CD-989D-56A4407CA12E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17" creationId="{53E5B1A8-3AC9-4BD1-9BBC-78CA94F2D1BA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18" creationId="{1B15ED52-F352-441B-82BF-E0EA34836D08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19" creationId="{3B2E3793-BFE6-45A2-9B7B-E18844431C99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20" creationId="{BC4C4868-CB8F-4AF9-9CDB-8108F2C19B67}"/>
          </ac:spMkLst>
        </pc:spChg>
      </pc:sldChg>
      <pc:sldChg chg="addSp delSp modSp new mod setBg modClrScheme chgLayout">
        <pc:chgData name="Elliot Mai" userId="1c49b37007f9488b" providerId="LiveId" clId="{3EDB10E2-DA7D-4765-B207-53B47556FA45}" dt="2026-03-07T20:48:40.472" v="304" actId="20577"/>
        <pc:sldMkLst>
          <pc:docMk/>
          <pc:sldMk cId="1823981096" sldId="258"/>
        </pc:sldMkLst>
        <pc:spChg chg="add mod ord">
          <ac:chgData name="Elliot Mai" userId="1c49b37007f9488b" providerId="LiveId" clId="{3EDB10E2-DA7D-4765-B207-53B47556FA45}" dt="2026-03-07T20:48:40.472" v="304" actId="20577"/>
          <ac:spMkLst>
            <pc:docMk/>
            <pc:sldMk cId="1823981096" sldId="258"/>
            <ac:spMk id="4" creationId="{4A0FBBEF-80E3-1D77-AC2D-89F96A94C0C1}"/>
          </ac:spMkLst>
        </pc:spChg>
        <pc:spChg chg="add mod ord">
          <ac:chgData name="Elliot Mai" userId="1c49b37007f9488b" providerId="LiveId" clId="{3EDB10E2-DA7D-4765-B207-53B47556FA45}" dt="2026-03-05T02:15:41.520" v="243" actId="26606"/>
          <ac:spMkLst>
            <pc:docMk/>
            <pc:sldMk cId="1823981096" sldId="258"/>
            <ac:spMk id="6" creationId="{72B352EF-DE90-69E1-4DC1-284688B26B2E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24" creationId="{1B15ED52-F352-441B-82BF-E0EA34836D08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26" creationId="{3B2E3793-BFE6-45A2-9B7B-E18844431C99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28" creationId="{BC4C4868-CB8F-4AF9-9CDB-8108F2C19B67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30" creationId="{375E0459-6403-40CD-989D-56A4407CA12E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32" creationId="{53E5B1A8-3AC9-4BD1-9BBC-78CA94F2D1BA}"/>
          </ac:spMkLst>
        </pc:spChg>
      </pc:sldChg>
      <pc:sldChg chg="addSp modSp new mod setBg addAnim">
        <pc:chgData name="Elliot Mai" userId="1c49b37007f9488b" providerId="LiveId" clId="{3EDB10E2-DA7D-4765-B207-53B47556FA45}" dt="2026-03-05T02:16:57.704" v="271" actId="20577"/>
        <pc:sldMkLst>
          <pc:docMk/>
          <pc:sldMk cId="1917191119" sldId="259"/>
        </pc:sldMkLst>
        <pc:spChg chg="mo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2" creationId="{BAEBB9E1-117A-0077-012B-4FE1BA4DA1D1}"/>
          </ac:spMkLst>
        </pc:spChg>
        <pc:spChg chg="mod">
          <ac:chgData name="Elliot Mai" userId="1c49b37007f9488b" providerId="LiveId" clId="{3EDB10E2-DA7D-4765-B207-53B47556FA45}" dt="2026-03-05T02:16:57.704" v="271" actId="20577"/>
          <ac:spMkLst>
            <pc:docMk/>
            <pc:sldMk cId="1917191119" sldId="259"/>
            <ac:spMk id="3" creationId="{9B7AD769-5324-7BFE-0BD3-4AFF7CF57314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8" creationId="{1B15ED52-F352-441B-82BF-E0EA34836D08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10" creationId="{3B2E3793-BFE6-45A2-9B7B-E18844431C99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12" creationId="{BC4C4868-CB8F-4AF9-9CDB-8108F2C19B67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14" creationId="{375E0459-6403-40CD-989D-56A4407CA12E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16" creationId="{53E5B1A8-3AC9-4BD1-9BBC-78CA94F2D1BA}"/>
          </ac:spMkLst>
        </pc:spChg>
      </pc:sldChg>
      <pc:sldChg chg="modSp add mod">
        <pc:chgData name="Elliot Mai" userId="1c49b37007f9488b" providerId="LiveId" clId="{3EDB10E2-DA7D-4765-B207-53B47556FA45}" dt="2026-03-07T20:49:13.416" v="324" actId="20577"/>
        <pc:sldMkLst>
          <pc:docMk/>
          <pc:sldMk cId="1049300616" sldId="261"/>
        </pc:sldMkLst>
        <pc:spChg chg="mod">
          <ac:chgData name="Elliot Mai" userId="1c49b37007f9488b" providerId="LiveId" clId="{3EDB10E2-DA7D-4765-B207-53B47556FA45}" dt="2026-03-07T20:49:13.416" v="324" actId="20577"/>
          <ac:spMkLst>
            <pc:docMk/>
            <pc:sldMk cId="1049300616" sldId="261"/>
            <ac:spMk id="4" creationId="{BD8DAD57-5C6E-5384-181C-936F2C3C9A25}"/>
          </ac:spMkLst>
        </pc:spChg>
      </pc:sldChg>
      <pc:sldChg chg="modSp add mod">
        <pc:chgData name="Elliot Mai" userId="1c49b37007f9488b" providerId="LiveId" clId="{3EDB10E2-DA7D-4765-B207-53B47556FA45}" dt="2026-03-07T20:49:29.571" v="338" actId="20577"/>
        <pc:sldMkLst>
          <pc:docMk/>
          <pc:sldMk cId="311887172" sldId="262"/>
        </pc:sldMkLst>
        <pc:spChg chg="mod">
          <ac:chgData name="Elliot Mai" userId="1c49b37007f9488b" providerId="LiveId" clId="{3EDB10E2-DA7D-4765-B207-53B47556FA45}" dt="2026-03-07T20:49:29.571" v="338" actId="20577"/>
          <ac:spMkLst>
            <pc:docMk/>
            <pc:sldMk cId="311887172" sldId="262"/>
            <ac:spMk id="4" creationId="{7F259041-F5AF-4E81-84C2-467F68486086}"/>
          </ac:spMkLst>
        </pc:spChg>
      </pc:sldChg>
      <pc:sldChg chg="modSp add mod">
        <pc:chgData name="Elliot Mai" userId="1c49b37007f9488b" providerId="LiveId" clId="{3EDB10E2-DA7D-4765-B207-53B47556FA45}" dt="2026-03-07T20:49:40.377" v="351" actId="20577"/>
        <pc:sldMkLst>
          <pc:docMk/>
          <pc:sldMk cId="1688651266" sldId="263"/>
        </pc:sldMkLst>
        <pc:spChg chg="mod">
          <ac:chgData name="Elliot Mai" userId="1c49b37007f9488b" providerId="LiveId" clId="{3EDB10E2-DA7D-4765-B207-53B47556FA45}" dt="2026-03-07T20:49:40.377" v="351" actId="20577"/>
          <ac:spMkLst>
            <pc:docMk/>
            <pc:sldMk cId="1688651266" sldId="263"/>
            <ac:spMk id="4" creationId="{231F8F56-FF93-B428-6088-9DEAC89E5C04}"/>
          </ac:spMkLst>
        </pc:spChg>
      </pc:sldChg>
    </pc:docChg>
  </pc:docChgLst>
  <pc:docChgLst>
    <pc:chgData name="Guest User" providerId="Windows Live" clId="Web-{4F8CDE41-BC36-BDCF-6662-9346E004DDBF}"/>
    <pc:docChg chg="addSld modSld">
      <pc:chgData name="Guest User" userId="" providerId="Windows Live" clId="Web-{4F8CDE41-BC36-BDCF-6662-9346E004DDBF}" dt="2026-03-07T20:38:14.909" v="5" actId="20577"/>
      <pc:docMkLst>
        <pc:docMk/>
      </pc:docMkLst>
      <pc:sldChg chg="modSp add replId">
        <pc:chgData name="Guest User" userId="" providerId="Windows Live" clId="Web-{4F8CDE41-BC36-BDCF-6662-9346E004DDBF}" dt="2026-03-07T20:38:14.909" v="5" actId="20577"/>
        <pc:sldMkLst>
          <pc:docMk/>
          <pc:sldMk cId="3910318035" sldId="260"/>
        </pc:sldMkLst>
        <pc:spChg chg="mod">
          <ac:chgData name="Guest User" userId="" providerId="Windows Live" clId="Web-{4F8CDE41-BC36-BDCF-6662-9346E004DDBF}" dt="2026-03-07T20:38:14.909" v="5" actId="20577"/>
          <ac:spMkLst>
            <pc:docMk/>
            <pc:sldMk cId="3910318035" sldId="260"/>
            <ac:spMk id="4" creationId="{5C94464B-3659-1D3E-E08B-F862EA7D786E}"/>
          </ac:spMkLst>
        </pc:spChg>
      </pc:sldChg>
    </pc:docChg>
  </pc:docChgLst>
  <pc:docChgLst>
    <pc:chgData name="Guest User" providerId="Windows Live" clId="Web-{4B232746-762D-DE8C-7D01-26173855CD31}"/>
    <pc:docChg chg="modSld">
      <pc:chgData name="Guest User" userId="" providerId="Windows Live" clId="Web-{4B232746-762D-DE8C-7D01-26173855CD31}" dt="2026-03-07T20:59:10.562" v="275"/>
      <pc:docMkLst>
        <pc:docMk/>
      </pc:docMkLst>
      <pc:sldChg chg="addSp delSp modSp">
        <pc:chgData name="Guest User" userId="" providerId="Windows Live" clId="Web-{4B232746-762D-DE8C-7D01-26173855CD31}" dt="2026-03-07T20:59:10.562" v="275"/>
        <pc:sldMkLst>
          <pc:docMk/>
          <pc:sldMk cId="1823981096" sldId="258"/>
        </pc:sldMkLst>
        <pc:spChg chg="mod">
          <ac:chgData name="Guest User" userId="" providerId="Windows Live" clId="Web-{4B232746-762D-DE8C-7D01-26173855CD31}" dt="2026-03-07T20:57:40.764" v="271" actId="14100"/>
          <ac:spMkLst>
            <pc:docMk/>
            <pc:sldMk cId="1823981096" sldId="258"/>
            <ac:spMk id="6" creationId="{72B352EF-DE90-69E1-4DC1-284688B26B2E}"/>
          </ac:spMkLst>
        </pc:spChg>
        <pc:graphicFrameChg chg="add mod modGraphic">
          <ac:chgData name="Guest User" userId="" providerId="Windows Live" clId="Web-{4B232746-762D-DE8C-7D01-26173855CD31}" dt="2026-03-07T20:59:10.562" v="275"/>
          <ac:graphicFrameMkLst>
            <pc:docMk/>
            <pc:sldMk cId="1823981096" sldId="258"/>
            <ac:graphicFrameMk id="2" creationId="{97FBE674-9B9D-3B6A-DD4F-0E9E0EB4B527}"/>
          </ac:graphicFrameMkLst>
        </pc:graphicFrameChg>
        <pc:graphicFrameChg chg="add del mod">
          <ac:chgData name="Guest User" userId="" providerId="Windows Live" clId="Web-{4B232746-762D-DE8C-7D01-26173855CD31}" dt="2026-03-07T20:53:35.870" v="18"/>
          <ac:graphicFrameMkLst>
            <pc:docMk/>
            <pc:sldMk cId="1823981096" sldId="258"/>
            <ac:graphicFrameMk id="5" creationId="{8502DC54-70B1-7C73-47C0-2B1D959F9079}"/>
          </ac:graphicFrameMkLst>
        </pc:graphicFrameChg>
        <pc:picChg chg="add mod">
          <ac:chgData name="Guest User" userId="" providerId="Windows Live" clId="Web-{4B232746-762D-DE8C-7D01-26173855CD31}" dt="2026-03-07T20:57:57.186" v="273" actId="1076"/>
          <ac:picMkLst>
            <pc:docMk/>
            <pc:sldMk cId="1823981096" sldId="258"/>
            <ac:picMk id="7" creationId="{67065725-5FD7-1C36-723A-B649980F626C}"/>
          </ac:picMkLst>
        </pc:picChg>
        <pc:picChg chg="add mod">
          <ac:chgData name="Guest User" userId="" providerId="Windows Live" clId="Web-{4B232746-762D-DE8C-7D01-26173855CD31}" dt="2026-03-07T20:58:03.342" v="274" actId="1076"/>
          <ac:picMkLst>
            <pc:docMk/>
            <pc:sldMk cId="1823981096" sldId="258"/>
            <ac:picMk id="8" creationId="{56482691-3CC1-39DA-E022-0F94968557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8D88-2376-881D-B2FB-B6B694A7F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B76B4-7239-AEDE-22B5-5599B893D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89973-4997-2731-FA16-92E12FBB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54A23-53F0-62F9-48E4-E69B4060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F0B12-183C-ED54-5F4E-8378C13C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9128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F727-4F41-EEE5-ED2F-EDF17EF6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A5771-CA4E-DEF4-0D04-49589D9F9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B1F-4DF1-B7C1-E708-2AFA53456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25144-E6DF-3551-89C3-1B843A0C7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B995F-D5D7-B4C8-1072-99495420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3311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A81D-31E6-1C2E-44D5-A2510B1F8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C8DF9-86A0-5F72-6D28-EA60697BD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FD1EC-75D2-88EB-7AC9-4C81820E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C553C-0494-C36E-3CDC-5B856E50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1B8C2-1838-5A18-4688-56BFAE45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4597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182A-ECEA-E2E4-7374-5BCB366C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3DD5B-0226-2C1D-C490-B26A76FD4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261F8-02EC-C7D4-26EE-EF5876863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88577-B87C-FB08-E063-14DB1206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7E305-A2DD-8D53-4B22-7BE62A3A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20D2F-A7A2-E898-F11B-36655E76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97604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4ACC-C27B-1A82-2068-3CD93D0DA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332D0-D12B-3F47-55CD-4A3AF47B7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32556-7945-0DC1-D41C-CA2BCCE9E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1E6CF-A045-D4FB-F16E-F5211868B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28765-FCCD-9F4F-2D42-BF0A30B28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70A3E7-BC72-3D3A-2E4D-529AD4CD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2FC49-E39C-4D5D-D4A1-91BFD458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85235-D346-ECED-774A-A7549F15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3562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2B7A-184B-7B6D-246A-AAE28A07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6F98D-4C42-EFFD-998B-A0CE92149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B2C55-9C0E-741B-860C-6316E7D4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68E43-D08E-724B-7DE3-3310B082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5298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0DEC5-9278-D69F-977F-ECC5F75F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01438-2AAD-E38E-FB11-421244F9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84786-71B2-FCDE-E1F3-7C12BDC6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49523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FF6E-AB57-44AD-AFB0-8D4FEA0D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7652C-AA78-80C1-3559-6342C7C74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93C11-5C50-6FC5-8B5D-F63DCA49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5C6CE-6C7D-21A9-D3ED-9E21F1B5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31949-86F1-F869-10FE-36ACDBCEA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B9407-F71D-D8A3-F7F0-1CF98F39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1641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F31A-8788-5DE0-5520-1E2480BC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14E0F-485B-5342-ED2A-21348746AA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13BB7-BDE4-66A0-46B4-25A0EAFD7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3D225-F815-50F5-B01A-348CB614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E136B-836E-6C67-E556-F93E386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0D013-1D63-4F2A-4383-C21350CA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24667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05D2-80A6-9861-21EB-22ECD03C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08F3D-1E1F-C08B-2EA4-0A739804C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33F20-B17C-B94D-E3AF-21E2E17B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2B035-997F-F6F8-A063-5EE7D0FD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EB940-CF41-7003-003A-24A0F295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897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809D8-67A8-0F2A-1D7F-6926C5389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6C296-5F0C-A10F-A4FC-4034C0F8A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B90A5-0FF6-DD8C-C99A-51AEBD0C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8702-A6AD-B722-0FDA-D4207B3B6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EA5EA-D522-DF3A-F36E-57B42076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0683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992DB-FA18-E293-FD19-DB961848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E436B-4DDD-4385-27D8-F8E8EB0B7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FCEF7-BF44-014F-AF34-431116F1E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B7E13-4BB4-4C47-BBB0-099F19561DE7}" type="datetimeFigureOut">
              <a:rPr lang="en-150" smtClean="0"/>
              <a:t>07/03/2026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EF62C-2435-F88A-AAFE-917C9DBC4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5058E-E791-A33B-9F6F-F96354B1B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973774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0F598-227B-128C-1FAE-23F74D77E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Unit 9 Assignment</a:t>
            </a:r>
            <a:endParaRPr lang="en-150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5207-CD41-87F2-68F4-2F3A8F48C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Mai, Elliot | Robinson, </a:t>
            </a:r>
            <a:r>
              <a:rPr lang="en-US" err="1"/>
              <a:t>Cj</a:t>
            </a:r>
            <a:r>
              <a:rPr lang="en-US"/>
              <a:t> | Samos, Adrienne | Turner, Gerald | Vega, Israel</a:t>
            </a:r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54090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A62DE-F7EA-87EE-E23C-C4E6C881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Baseline Model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F2A73-CB38-4C3C-B0DF-AFB619494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Description</a:t>
            </a:r>
          </a:p>
          <a:p>
            <a:endParaRPr lang="en-US" sz="2000"/>
          </a:p>
          <a:p>
            <a:r>
              <a:rPr lang="en-US" sz="2000"/>
              <a:t>Results</a:t>
            </a:r>
            <a:endParaRPr lang="en-150" sz="2000"/>
          </a:p>
        </p:txBody>
      </p:sp>
    </p:spTree>
    <p:extLst>
      <p:ext uri="{BB962C8B-B14F-4D97-AF65-F5344CB8AC3E}">
        <p14:creationId xmlns:p14="http://schemas.microsoft.com/office/powerpoint/2010/main" val="190968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0FBBEF-80E3-1D77-AC2D-89F96A94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1: Adrienne Samos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B352EF-DE90-69E1-4DC1-284688B26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88" y="1598434"/>
            <a:ext cx="4232975" cy="4965828"/>
          </a:xfrm>
        </p:spPr>
        <p:txBody>
          <a:bodyPr anchor="ctr">
            <a:normAutofit/>
          </a:bodyPr>
          <a:lstStyle/>
          <a:p>
            <a:r>
              <a:rPr lang="en-US" sz="2000" b="1"/>
              <a:t>Parameters Changed: </a:t>
            </a:r>
            <a:r>
              <a:rPr lang="en-US" sz="2000"/>
              <a:t>Batch Size increased from 32 (baseline) to 64</a:t>
            </a:r>
          </a:p>
          <a:p>
            <a:r>
              <a:rPr lang="en-US" sz="2000" b="1"/>
              <a:t>Hypothesis: </a:t>
            </a:r>
            <a:r>
              <a:rPr lang="en-US" sz="2000"/>
              <a:t>Increasing the batch size should make training faster, but accuracy may decrease slightly due to less frequent updates.</a:t>
            </a:r>
            <a:endParaRPr lang="en-US"/>
          </a:p>
          <a:p>
            <a:r>
              <a:rPr lang="en-US" sz="2000" b="1"/>
              <a:t>Results: </a:t>
            </a:r>
            <a:r>
              <a:rPr lang="en-US" sz="2000"/>
              <a:t>Hypothesis is correct. The increase in batch size made training faster by 29% with a small 0.23% accuracy drop.</a:t>
            </a:r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FBE674-9B9D-3B6A-DD4F-0E9E0EB4B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902649"/>
              </p:ext>
            </p:extLst>
          </p:nvPr>
        </p:nvGraphicFramePr>
        <p:xfrm>
          <a:off x="4489938" y="2039815"/>
          <a:ext cx="7309833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122">
                  <a:extLst>
                    <a:ext uri="{9D8B030D-6E8A-4147-A177-3AD203B41FA5}">
                      <a16:colId xmlns:a16="http://schemas.microsoft.com/office/drawing/2014/main" val="2586573604"/>
                    </a:ext>
                  </a:extLst>
                </a:gridCol>
                <a:gridCol w="1786802">
                  <a:extLst>
                    <a:ext uri="{9D8B030D-6E8A-4147-A177-3AD203B41FA5}">
                      <a16:colId xmlns:a16="http://schemas.microsoft.com/office/drawing/2014/main" val="2458279350"/>
                    </a:ext>
                  </a:extLst>
                </a:gridCol>
                <a:gridCol w="1746193">
                  <a:extLst>
                    <a:ext uri="{9D8B030D-6E8A-4147-A177-3AD203B41FA5}">
                      <a16:colId xmlns:a16="http://schemas.microsoft.com/office/drawing/2014/main" val="3364385815"/>
                    </a:ext>
                  </a:extLst>
                </a:gridCol>
                <a:gridCol w="2057716">
                  <a:extLst>
                    <a:ext uri="{9D8B030D-6E8A-4147-A177-3AD203B41FA5}">
                      <a16:colId xmlns:a16="http://schemas.microsoft.com/office/drawing/2014/main" val="1940697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Baseline</a:t>
                      </a:r>
                      <a:br>
                        <a:rPr lang="en-US"/>
                      </a:br>
                      <a:r>
                        <a:rPr lang="en-US"/>
                        <a:t>(batch size 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Variation</a:t>
                      </a:r>
                      <a:br>
                        <a:rPr lang="en-US"/>
                      </a:br>
                      <a:r>
                        <a:rPr lang="en-US"/>
                        <a:t>(batch size 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472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98.70%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↓ 0.23%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623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0.04499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↑ 0.00151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721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54.80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38.75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↓ 16.05 seconds</a:t>
                      </a:r>
                      <a:b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</a:b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     (29% faster)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109256"/>
                  </a:ext>
                </a:extLst>
              </a:tr>
            </a:tbl>
          </a:graphicData>
        </a:graphic>
      </p:graphicFrame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065725-5FD7-1C36-723A-B649980F6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996" y="4300171"/>
            <a:ext cx="3898656" cy="171596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482691-3CC1-39DA-E022-0F9496855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32" y="4300171"/>
            <a:ext cx="3407752" cy="170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8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77C50-6E7D-834F-DB71-614B1DA0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A1E6E0C-24E7-D400-4437-9E7D28A7C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DC98BA-11BB-F882-3DE2-BE7764DCE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5EC7B8-C439-4F22-9C03-C8E8FD18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E91515-1725-255A-184C-F97061B77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F23D83-D012-20B4-8B2F-475E6B8A3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8DAD57-5C6E-5384-181C-936F2C3C9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2: </a:t>
            </a:r>
            <a:r>
              <a:rPr lang="en-US" sz="4000" err="1">
                <a:solidFill>
                  <a:srgbClr val="FFFFFF"/>
                </a:solidFill>
              </a:rPr>
              <a:t>Conregan</a:t>
            </a:r>
            <a:r>
              <a:rPr lang="en-US" sz="4000">
                <a:solidFill>
                  <a:srgbClr val="FFFFFF"/>
                </a:solidFill>
              </a:rPr>
              <a:t> Robinson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527E4D-03C7-B8BA-C39D-409377374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Parameters Changed: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r>
              <a:rPr lang="en-US" sz="2000"/>
              <a:t>Hypothesis:</a:t>
            </a:r>
          </a:p>
          <a:p>
            <a:endParaRPr lang="en-US" sz="2000"/>
          </a:p>
          <a:p>
            <a:r>
              <a:rPr lang="en-US" sz="2000"/>
              <a:t>Results:</a:t>
            </a:r>
            <a:endParaRPr lang="en-150" sz="2000"/>
          </a:p>
        </p:txBody>
      </p:sp>
    </p:spTree>
    <p:extLst>
      <p:ext uri="{BB962C8B-B14F-4D97-AF65-F5344CB8AC3E}">
        <p14:creationId xmlns:p14="http://schemas.microsoft.com/office/powerpoint/2010/main" val="104930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59B27-E828-5DA8-8A98-1414DDE93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514315A-5A24-2A37-FFC0-1543DAA58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67D0A6-B19F-002E-9C96-FB5AA4019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85A967-754F-615F-2DDE-DE4E7753F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F68E18-F4E6-8CE8-010F-70C85DEC9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6390F2-C7FE-3792-0D3B-2629A94E3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259041-F5AF-4E81-84C2-467F68486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3: Israel Vega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E90CDC-CD48-63CC-4D15-9563C697C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Parameters Changed: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r>
              <a:rPr lang="en-US" sz="2000"/>
              <a:t>Hypothesis:</a:t>
            </a:r>
          </a:p>
          <a:p>
            <a:endParaRPr lang="en-US" sz="2000"/>
          </a:p>
          <a:p>
            <a:r>
              <a:rPr lang="en-US" sz="2000"/>
              <a:t>Results:</a:t>
            </a:r>
            <a:endParaRPr lang="en-150" sz="2000"/>
          </a:p>
        </p:txBody>
      </p:sp>
    </p:spTree>
    <p:extLst>
      <p:ext uri="{BB962C8B-B14F-4D97-AF65-F5344CB8AC3E}">
        <p14:creationId xmlns:p14="http://schemas.microsoft.com/office/powerpoint/2010/main" val="31188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23FBA-33A6-22E0-907B-C6B5C721A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2A26D69-694F-4B8B-E84E-87063F66F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30B809-6AB8-8FBB-2197-A61AD5A96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DE6388-7208-8207-CB3D-9AD12FEF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23B5C-A4EE-0F7E-9B05-145F280DE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C34A50-188A-6D63-F62B-DAB5F37EA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1F8F56-FF93-B428-6088-9DEAC89E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4: Elliot Mai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BDE638-0B07-6572-0623-44A0C9BCE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Parameters Changed: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r>
              <a:rPr lang="en-US" sz="2000"/>
              <a:t>Hypothesis:</a:t>
            </a:r>
          </a:p>
          <a:p>
            <a:endParaRPr lang="en-US" sz="2000"/>
          </a:p>
          <a:p>
            <a:r>
              <a:rPr lang="en-US" sz="2000"/>
              <a:t>Results:</a:t>
            </a:r>
            <a:endParaRPr lang="en-150" sz="2000"/>
          </a:p>
        </p:txBody>
      </p:sp>
    </p:spTree>
    <p:extLst>
      <p:ext uri="{BB962C8B-B14F-4D97-AF65-F5344CB8AC3E}">
        <p14:creationId xmlns:p14="http://schemas.microsoft.com/office/powerpoint/2010/main" val="168865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FC57A-B69F-BD69-D798-DEF7FEDEE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A38846-AAE6-E8DC-B8CA-2DEE1BA2A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FCFE7F-2425-7994-A13C-AF782CE8D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862266-6EBA-68BB-C9F5-972282E8F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6EEC86-87B4-6C68-3C93-6F7FEF671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85E242-ACC3-4D2C-AFC7-6FB9AAA8B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94464B-3659-1D3E-E08B-F862EA7D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[#]: [</a:t>
            </a:r>
            <a:r>
              <a:rPr lang="en-US" sz="4000" err="1">
                <a:solidFill>
                  <a:srgbClr val="FFFFFF"/>
                </a:solidFill>
              </a:rPr>
              <a:t>vega</a:t>
            </a:r>
            <a:r>
              <a:rPr lang="en-US" sz="4000">
                <a:solidFill>
                  <a:srgbClr val="FFFFFF"/>
                </a:solidFill>
              </a:rPr>
              <a:t>]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FDB171-1C00-CF20-11C7-6A224CB7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Parameters Changed: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r>
              <a:rPr lang="en-US" sz="2000"/>
              <a:t>Hypothesis:</a:t>
            </a:r>
          </a:p>
          <a:p>
            <a:endParaRPr lang="en-US" sz="2000"/>
          </a:p>
          <a:p>
            <a:r>
              <a:rPr lang="en-US" sz="2000"/>
              <a:t>Results:</a:t>
            </a:r>
            <a:endParaRPr lang="en-150" sz="2000"/>
          </a:p>
        </p:txBody>
      </p:sp>
    </p:spTree>
    <p:extLst>
      <p:ext uri="{BB962C8B-B14F-4D97-AF65-F5344CB8AC3E}">
        <p14:creationId xmlns:p14="http://schemas.microsoft.com/office/powerpoint/2010/main" val="3910318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BB9E1-117A-0077-012B-4FE1BA4D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D769-5324-7BFE-0BD3-4AFF7CF57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150" sz="2000"/>
          </a:p>
        </p:txBody>
      </p:sp>
    </p:spTree>
    <p:extLst>
      <p:ext uri="{BB962C8B-B14F-4D97-AF65-F5344CB8AC3E}">
        <p14:creationId xmlns:p14="http://schemas.microsoft.com/office/powerpoint/2010/main" val="191719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Unit 9 Assignment</vt:lpstr>
      <vt:lpstr>Baseline Model</vt:lpstr>
      <vt:lpstr>Variation 1: Adrienne Samos</vt:lpstr>
      <vt:lpstr>Variation 2: Conregan Robinson</vt:lpstr>
      <vt:lpstr>Variation 3: Israel Vega</vt:lpstr>
      <vt:lpstr>Variation 4: Elliot Mai</vt:lpstr>
      <vt:lpstr>Variation [#]: [vega]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 Mai</dc:creator>
  <cp:lastModifiedBy>Elliot Mai</cp:lastModifiedBy>
  <cp:revision>1</cp:revision>
  <dcterms:created xsi:type="dcterms:W3CDTF">2026-03-05T02:09:14Z</dcterms:created>
  <dcterms:modified xsi:type="dcterms:W3CDTF">2026-03-07T20:59:39Z</dcterms:modified>
</cp:coreProperties>
</file>