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150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06B81E-A919-496D-9FA4-A8C857C6917F}" v="1" dt="2026-03-05T02:10:29.8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7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liot Mai" userId="1c49b37007f9488b" providerId="LiveId" clId="{3EDB10E2-DA7D-4765-B207-53B47556FA45}"/>
    <pc:docChg chg="undo custSel addSld delSld modSld">
      <pc:chgData name="Elliot Mai" userId="1c49b37007f9488b" providerId="LiveId" clId="{3EDB10E2-DA7D-4765-B207-53B47556FA45}" dt="2026-03-05T02:16:57.704" v="271" actId="20577"/>
      <pc:docMkLst>
        <pc:docMk/>
      </pc:docMkLst>
      <pc:sldChg chg="addSp delSp modSp new mod setBg addAnim">
        <pc:chgData name="Elliot Mai" userId="1c49b37007f9488b" providerId="LiveId" clId="{3EDB10E2-DA7D-4765-B207-53B47556FA45}" dt="2026-03-05T02:14:49.123" v="227"/>
        <pc:sldMkLst>
          <pc:docMk/>
          <pc:sldMk cId="540900252" sldId="256"/>
        </pc:sldMkLst>
        <pc:spChg chg="mod">
          <ac:chgData name="Elliot Mai" userId="1c49b37007f9488b" providerId="LiveId" clId="{3EDB10E2-DA7D-4765-B207-53B47556FA45}" dt="2026-03-05T02:12:12.047" v="183" actId="26606"/>
          <ac:spMkLst>
            <pc:docMk/>
            <pc:sldMk cId="540900252" sldId="256"/>
            <ac:spMk id="2" creationId="{0EF0F598-227B-128C-1FAE-23F74D77EAC8}"/>
          </ac:spMkLst>
        </pc:spChg>
        <pc:spChg chg="mod">
          <ac:chgData name="Elliot Mai" userId="1c49b37007f9488b" providerId="LiveId" clId="{3EDB10E2-DA7D-4765-B207-53B47556FA45}" dt="2026-03-05T02:12:12.047" v="183" actId="26606"/>
          <ac:spMkLst>
            <pc:docMk/>
            <pc:sldMk cId="540900252" sldId="256"/>
            <ac:spMk id="3" creationId="{06B55207-CD41-87F2-68F4-2F3A8F48C6AE}"/>
          </ac:spMkLst>
        </pc:spChg>
        <pc:spChg chg="add del">
          <ac:chgData name="Elliot Mai" userId="1c49b37007f9488b" providerId="LiveId" clId="{3EDB10E2-DA7D-4765-B207-53B47556FA45}" dt="2026-03-05T02:14:49.121" v="225" actId="26606"/>
          <ac:spMkLst>
            <pc:docMk/>
            <pc:sldMk cId="540900252" sldId="256"/>
            <ac:spMk id="8" creationId="{6F5A5072-7B47-4D32-B52A-4EBBF590B8A5}"/>
          </ac:spMkLst>
        </pc:spChg>
        <pc:spChg chg="add">
          <ac:chgData name="Elliot Mai" userId="1c49b37007f9488b" providerId="LiveId" clId="{3EDB10E2-DA7D-4765-B207-53B47556FA45}" dt="2026-03-05T02:12:12.047" v="183" actId="26606"/>
          <ac:spMkLst>
            <pc:docMk/>
            <pc:sldMk cId="540900252" sldId="256"/>
            <ac:spMk id="10" creationId="{9715DAF0-AE1B-46C9-8A6B-DB2AA05AB91D}"/>
          </ac:spMkLst>
        </pc:spChg>
        <pc:spChg chg="add del">
          <ac:chgData name="Elliot Mai" userId="1c49b37007f9488b" providerId="LiveId" clId="{3EDB10E2-DA7D-4765-B207-53B47556FA45}" dt="2026-03-05T02:14:49.121" v="225" actId="26606"/>
          <ac:spMkLst>
            <pc:docMk/>
            <pc:sldMk cId="540900252" sldId="256"/>
            <ac:spMk id="12" creationId="{6016219D-510E-4184-9090-6D5578A87BD1}"/>
          </ac:spMkLst>
        </pc:spChg>
        <pc:spChg chg="add">
          <ac:chgData name="Elliot Mai" userId="1c49b37007f9488b" providerId="LiveId" clId="{3EDB10E2-DA7D-4765-B207-53B47556FA45}" dt="2026-03-05T02:12:12.047" v="183" actId="26606"/>
          <ac:spMkLst>
            <pc:docMk/>
            <pc:sldMk cId="540900252" sldId="256"/>
            <ac:spMk id="14" creationId="{AFF4A713-7B75-4B21-90D7-5AB19547C728}"/>
          </ac:spMkLst>
        </pc:spChg>
        <pc:spChg chg="add del">
          <ac:chgData name="Elliot Mai" userId="1c49b37007f9488b" providerId="LiveId" clId="{3EDB10E2-DA7D-4765-B207-53B47556FA45}" dt="2026-03-05T02:14:49.121" v="225" actId="26606"/>
          <ac:spMkLst>
            <pc:docMk/>
            <pc:sldMk cId="540900252" sldId="256"/>
            <ac:spMk id="16" creationId="{DC631C0B-6DA6-4E57-8231-CE32B3434A7E}"/>
          </ac:spMkLst>
        </pc:spChg>
        <pc:spChg chg="add del">
          <ac:chgData name="Elliot Mai" userId="1c49b37007f9488b" providerId="LiveId" clId="{3EDB10E2-DA7D-4765-B207-53B47556FA45}" dt="2026-03-05T02:14:49.121" v="225" actId="26606"/>
          <ac:spMkLst>
            <pc:docMk/>
            <pc:sldMk cId="540900252" sldId="256"/>
            <ac:spMk id="18" creationId="{C29501E6-A978-4A61-9689-9085AF97A53A}"/>
          </ac:spMkLst>
        </pc:spChg>
        <pc:spChg chg="add">
          <ac:chgData name="Elliot Mai" userId="1c49b37007f9488b" providerId="LiveId" clId="{3EDB10E2-DA7D-4765-B207-53B47556FA45}" dt="2026-03-05T02:14:49.121" v="225" actId="26606"/>
          <ac:spMkLst>
            <pc:docMk/>
            <pc:sldMk cId="540900252" sldId="256"/>
            <ac:spMk id="23" creationId="{6F5A5072-7B47-4D32-B52A-4EBBF590B8A5}"/>
          </ac:spMkLst>
        </pc:spChg>
        <pc:spChg chg="add">
          <ac:chgData name="Elliot Mai" userId="1c49b37007f9488b" providerId="LiveId" clId="{3EDB10E2-DA7D-4765-B207-53B47556FA45}" dt="2026-03-05T02:14:49.121" v="225" actId="26606"/>
          <ac:spMkLst>
            <pc:docMk/>
            <pc:sldMk cId="540900252" sldId="256"/>
            <ac:spMk id="25" creationId="{9715DAF0-AE1B-46C9-8A6B-DB2AA05AB91D}"/>
          </ac:spMkLst>
        </pc:spChg>
        <pc:spChg chg="add">
          <ac:chgData name="Elliot Mai" userId="1c49b37007f9488b" providerId="LiveId" clId="{3EDB10E2-DA7D-4765-B207-53B47556FA45}" dt="2026-03-05T02:14:49.121" v="225" actId="26606"/>
          <ac:spMkLst>
            <pc:docMk/>
            <pc:sldMk cId="540900252" sldId="256"/>
            <ac:spMk id="27" creationId="{6016219D-510E-4184-9090-6D5578A87BD1}"/>
          </ac:spMkLst>
        </pc:spChg>
        <pc:spChg chg="add">
          <ac:chgData name="Elliot Mai" userId="1c49b37007f9488b" providerId="LiveId" clId="{3EDB10E2-DA7D-4765-B207-53B47556FA45}" dt="2026-03-05T02:14:49.121" v="225" actId="26606"/>
          <ac:spMkLst>
            <pc:docMk/>
            <pc:sldMk cId="540900252" sldId="256"/>
            <ac:spMk id="29" creationId="{AFF4A713-7B75-4B21-90D7-5AB19547C728}"/>
          </ac:spMkLst>
        </pc:spChg>
        <pc:spChg chg="add">
          <ac:chgData name="Elliot Mai" userId="1c49b37007f9488b" providerId="LiveId" clId="{3EDB10E2-DA7D-4765-B207-53B47556FA45}" dt="2026-03-05T02:14:49.121" v="225" actId="26606"/>
          <ac:spMkLst>
            <pc:docMk/>
            <pc:sldMk cId="540900252" sldId="256"/>
            <ac:spMk id="31" creationId="{DC631C0B-6DA6-4E57-8231-CE32B3434A7E}"/>
          </ac:spMkLst>
        </pc:spChg>
        <pc:spChg chg="add">
          <ac:chgData name="Elliot Mai" userId="1c49b37007f9488b" providerId="LiveId" clId="{3EDB10E2-DA7D-4765-B207-53B47556FA45}" dt="2026-03-05T02:14:49.121" v="225" actId="26606"/>
          <ac:spMkLst>
            <pc:docMk/>
            <pc:sldMk cId="540900252" sldId="256"/>
            <ac:spMk id="33" creationId="{C29501E6-A978-4A61-9689-9085AF97A53A}"/>
          </ac:spMkLst>
        </pc:spChg>
      </pc:sldChg>
      <pc:sldChg chg="addSp delSp modSp new mod setBg modClrScheme addAnim delDesignElem chgLayout">
        <pc:chgData name="Elliot Mai" userId="1c49b37007f9488b" providerId="LiveId" clId="{3EDB10E2-DA7D-4765-B207-53B47556FA45}" dt="2026-03-05T02:15:28.449" v="241" actId="20577"/>
        <pc:sldMkLst>
          <pc:docMk/>
          <pc:sldMk cId="1909686191" sldId="257"/>
        </pc:sldMkLst>
        <pc:spChg chg="mod ord">
          <ac:chgData name="Elliot Mai" userId="1c49b37007f9488b" providerId="LiveId" clId="{3EDB10E2-DA7D-4765-B207-53B47556FA45}" dt="2026-03-05T02:15:22.654" v="231" actId="26606"/>
          <ac:spMkLst>
            <pc:docMk/>
            <pc:sldMk cId="1909686191" sldId="257"/>
            <ac:spMk id="2" creationId="{B47A62DE-F7EA-87EE-E23C-C4E6C881AA10}"/>
          </ac:spMkLst>
        </pc:spChg>
        <pc:spChg chg="del mod ord">
          <ac:chgData name="Elliot Mai" userId="1c49b37007f9488b" providerId="LiveId" clId="{3EDB10E2-DA7D-4765-B207-53B47556FA45}" dt="2026-03-05T02:13:31.952" v="189" actId="700"/>
          <ac:spMkLst>
            <pc:docMk/>
            <pc:sldMk cId="1909686191" sldId="257"/>
            <ac:spMk id="3" creationId="{0B23AB9E-402B-45DD-2C9C-C780CE1CC67F}"/>
          </ac:spMkLst>
        </pc:spChg>
        <pc:spChg chg="add mod ord">
          <ac:chgData name="Elliot Mai" userId="1c49b37007f9488b" providerId="LiveId" clId="{3EDB10E2-DA7D-4765-B207-53B47556FA45}" dt="2026-03-05T02:15:28.449" v="241" actId="20577"/>
          <ac:spMkLst>
            <pc:docMk/>
            <pc:sldMk cId="1909686191" sldId="257"/>
            <ac:spMk id="4" creationId="{C2BF2A73-CB38-4C3C-B0DF-AFB619494CC3}"/>
          </ac:spMkLst>
        </pc:spChg>
        <pc:spChg chg="add del mod ord">
          <ac:chgData name="Elliot Mai" userId="1c49b37007f9488b" providerId="LiveId" clId="{3EDB10E2-DA7D-4765-B207-53B47556FA45}" dt="2026-03-05T02:15:15.988" v="230" actId="478"/>
          <ac:spMkLst>
            <pc:docMk/>
            <pc:sldMk cId="1909686191" sldId="257"/>
            <ac:spMk id="5" creationId="{81E19B97-5313-0395-34EA-17A06A11C727}"/>
          </ac:spMkLst>
        </pc:spChg>
        <pc:spChg chg="add del mod">
          <ac:chgData name="Elliot Mai" userId="1c49b37007f9488b" providerId="LiveId" clId="{3EDB10E2-DA7D-4765-B207-53B47556FA45}" dt="2026-03-05T02:15:00.578" v="228" actId="6264"/>
          <ac:spMkLst>
            <pc:docMk/>
            <pc:sldMk cId="1909686191" sldId="257"/>
            <ac:spMk id="6" creationId="{98B891D3-EC6E-0F10-704A-47F72EF3BE1F}"/>
          </ac:spMkLst>
        </pc:spChg>
        <pc:spChg chg="add del">
          <ac:chgData name="Elliot Mai" userId="1c49b37007f9488b" providerId="LiveId" clId="{3EDB10E2-DA7D-4765-B207-53B47556FA45}" dt="2026-03-05T02:15:00.578" v="228" actId="6264"/>
          <ac:spMkLst>
            <pc:docMk/>
            <pc:sldMk cId="1909686191" sldId="257"/>
            <ac:spMk id="7" creationId="{4C608BEB-860E-4094-8511-78603564A75E}"/>
          </ac:spMkLst>
        </pc:spChg>
        <pc:spChg chg="add del">
          <ac:chgData name="Elliot Mai" userId="1c49b37007f9488b" providerId="LiveId" clId="{3EDB10E2-DA7D-4765-B207-53B47556FA45}" dt="2026-03-05T02:13:31.952" v="189" actId="700"/>
          <ac:spMkLst>
            <pc:docMk/>
            <pc:sldMk cId="1909686191" sldId="257"/>
            <ac:spMk id="8" creationId="{1B15ED52-F352-441B-82BF-E0EA34836D08}"/>
          </ac:spMkLst>
        </pc:spChg>
        <pc:spChg chg="add del">
          <ac:chgData name="Elliot Mai" userId="1c49b37007f9488b" providerId="LiveId" clId="{3EDB10E2-DA7D-4765-B207-53B47556FA45}" dt="2026-03-05T02:13:31.952" v="189" actId="700"/>
          <ac:spMkLst>
            <pc:docMk/>
            <pc:sldMk cId="1909686191" sldId="257"/>
            <ac:spMk id="10" creationId="{3B2E3793-BFE6-45A2-9B7B-E18844431C99}"/>
          </ac:spMkLst>
        </pc:spChg>
        <pc:spChg chg="add del mod">
          <ac:chgData name="Elliot Mai" userId="1c49b37007f9488b" providerId="LiveId" clId="{3EDB10E2-DA7D-4765-B207-53B47556FA45}" dt="2026-03-05T02:15:00.578" v="228" actId="6264"/>
          <ac:spMkLst>
            <pc:docMk/>
            <pc:sldMk cId="1909686191" sldId="257"/>
            <ac:spMk id="11" creationId="{6C82ADDF-3A8A-3763-0E3D-1B1350124729}"/>
          </ac:spMkLst>
        </pc:spChg>
        <pc:spChg chg="add del">
          <ac:chgData name="Elliot Mai" userId="1c49b37007f9488b" providerId="LiveId" clId="{3EDB10E2-DA7D-4765-B207-53B47556FA45}" dt="2026-03-05T02:13:31.952" v="189" actId="700"/>
          <ac:spMkLst>
            <pc:docMk/>
            <pc:sldMk cId="1909686191" sldId="257"/>
            <ac:spMk id="12" creationId="{BC4C4868-CB8F-4AF9-9CDB-8108F2C19B67}"/>
          </ac:spMkLst>
        </pc:spChg>
        <pc:spChg chg="add del mod">
          <ac:chgData name="Elliot Mai" userId="1c49b37007f9488b" providerId="LiveId" clId="{3EDB10E2-DA7D-4765-B207-53B47556FA45}" dt="2026-03-05T02:15:00.578" v="228" actId="6264"/>
          <ac:spMkLst>
            <pc:docMk/>
            <pc:sldMk cId="1909686191" sldId="257"/>
            <ac:spMk id="13" creationId="{DC2D0F96-1B8E-F2CB-01E2-8CA52C4F7DFE}"/>
          </ac:spMkLst>
        </pc:spChg>
        <pc:spChg chg="add del">
          <ac:chgData name="Elliot Mai" userId="1c49b37007f9488b" providerId="LiveId" clId="{3EDB10E2-DA7D-4765-B207-53B47556FA45}" dt="2026-03-05T02:13:31.952" v="189" actId="700"/>
          <ac:spMkLst>
            <pc:docMk/>
            <pc:sldMk cId="1909686191" sldId="257"/>
            <ac:spMk id="14" creationId="{375E0459-6403-40CD-989D-56A4407CA12E}"/>
          </ac:spMkLst>
        </pc:spChg>
        <pc:spChg chg="add">
          <ac:chgData name="Elliot Mai" userId="1c49b37007f9488b" providerId="LiveId" clId="{3EDB10E2-DA7D-4765-B207-53B47556FA45}" dt="2026-03-05T02:15:22.654" v="231" actId="26606"/>
          <ac:spMkLst>
            <pc:docMk/>
            <pc:sldMk cId="1909686191" sldId="257"/>
            <ac:spMk id="15" creationId="{375E0459-6403-40CD-989D-56A4407CA12E}"/>
          </ac:spMkLst>
        </pc:spChg>
        <pc:spChg chg="add del">
          <ac:chgData name="Elliot Mai" userId="1c49b37007f9488b" providerId="LiveId" clId="{3EDB10E2-DA7D-4765-B207-53B47556FA45}" dt="2026-03-05T02:13:31.952" v="189" actId="700"/>
          <ac:spMkLst>
            <pc:docMk/>
            <pc:sldMk cId="1909686191" sldId="257"/>
            <ac:spMk id="16" creationId="{53E5B1A8-3AC9-4BD1-9BBC-78CA94F2D1BA}"/>
          </ac:spMkLst>
        </pc:spChg>
        <pc:spChg chg="add">
          <ac:chgData name="Elliot Mai" userId="1c49b37007f9488b" providerId="LiveId" clId="{3EDB10E2-DA7D-4765-B207-53B47556FA45}" dt="2026-03-05T02:15:22.654" v="231" actId="26606"/>
          <ac:spMkLst>
            <pc:docMk/>
            <pc:sldMk cId="1909686191" sldId="257"/>
            <ac:spMk id="17" creationId="{53E5B1A8-3AC9-4BD1-9BBC-78CA94F2D1BA}"/>
          </ac:spMkLst>
        </pc:spChg>
        <pc:spChg chg="add">
          <ac:chgData name="Elliot Mai" userId="1c49b37007f9488b" providerId="LiveId" clId="{3EDB10E2-DA7D-4765-B207-53B47556FA45}" dt="2026-03-05T02:15:22.654" v="231" actId="26606"/>
          <ac:spMkLst>
            <pc:docMk/>
            <pc:sldMk cId="1909686191" sldId="257"/>
            <ac:spMk id="18" creationId="{1B15ED52-F352-441B-82BF-E0EA34836D08}"/>
          </ac:spMkLst>
        </pc:spChg>
        <pc:spChg chg="add">
          <ac:chgData name="Elliot Mai" userId="1c49b37007f9488b" providerId="LiveId" clId="{3EDB10E2-DA7D-4765-B207-53B47556FA45}" dt="2026-03-05T02:15:22.654" v="231" actId="26606"/>
          <ac:spMkLst>
            <pc:docMk/>
            <pc:sldMk cId="1909686191" sldId="257"/>
            <ac:spMk id="19" creationId="{3B2E3793-BFE6-45A2-9B7B-E18844431C99}"/>
          </ac:spMkLst>
        </pc:spChg>
        <pc:spChg chg="add">
          <ac:chgData name="Elliot Mai" userId="1c49b37007f9488b" providerId="LiveId" clId="{3EDB10E2-DA7D-4765-B207-53B47556FA45}" dt="2026-03-05T02:15:22.654" v="231" actId="26606"/>
          <ac:spMkLst>
            <pc:docMk/>
            <pc:sldMk cId="1909686191" sldId="257"/>
            <ac:spMk id="20" creationId="{BC4C4868-CB8F-4AF9-9CDB-8108F2C19B67}"/>
          </ac:spMkLst>
        </pc:spChg>
        <pc:cxnChg chg="add del">
          <ac:chgData name="Elliot Mai" userId="1c49b37007f9488b" providerId="LiveId" clId="{3EDB10E2-DA7D-4765-B207-53B47556FA45}" dt="2026-03-05T02:15:00.578" v="228" actId="6264"/>
          <ac:cxnSpMkLst>
            <pc:docMk/>
            <pc:sldMk cId="1909686191" sldId="257"/>
            <ac:cxnSpMk id="9" creationId="{1F16A8D4-FE87-4604-88B2-394B5D1EB437}"/>
          </ac:cxnSpMkLst>
        </pc:cxnChg>
      </pc:sldChg>
      <pc:sldChg chg="addSp delSp modSp new mod setBg modClrScheme chgLayout">
        <pc:chgData name="Elliot Mai" userId="1c49b37007f9488b" providerId="LiveId" clId="{3EDB10E2-DA7D-4765-B207-53B47556FA45}" dt="2026-03-05T02:16:06.484" v="253" actId="26606"/>
        <pc:sldMkLst>
          <pc:docMk/>
          <pc:sldMk cId="1823981096" sldId="258"/>
        </pc:sldMkLst>
        <pc:spChg chg="del mod ord">
          <ac:chgData name="Elliot Mai" userId="1c49b37007f9488b" providerId="LiveId" clId="{3EDB10E2-DA7D-4765-B207-53B47556FA45}" dt="2026-03-05T02:10:53.261" v="86" actId="700"/>
          <ac:spMkLst>
            <pc:docMk/>
            <pc:sldMk cId="1823981096" sldId="258"/>
            <ac:spMk id="2" creationId="{67F4E547-F830-F778-0F28-46FCD083EC98}"/>
          </ac:spMkLst>
        </pc:spChg>
        <pc:spChg chg="del mod ord">
          <ac:chgData name="Elliot Mai" userId="1c49b37007f9488b" providerId="LiveId" clId="{3EDB10E2-DA7D-4765-B207-53B47556FA45}" dt="2026-03-05T02:10:53.261" v="86" actId="700"/>
          <ac:spMkLst>
            <pc:docMk/>
            <pc:sldMk cId="1823981096" sldId="258"/>
            <ac:spMk id="3" creationId="{7C39BA3E-AC10-9C37-B438-7D2D6E9F26DC}"/>
          </ac:spMkLst>
        </pc:spChg>
        <pc:spChg chg="add mod ord">
          <ac:chgData name="Elliot Mai" userId="1c49b37007f9488b" providerId="LiveId" clId="{3EDB10E2-DA7D-4765-B207-53B47556FA45}" dt="2026-03-05T02:16:06.484" v="253" actId="26606"/>
          <ac:spMkLst>
            <pc:docMk/>
            <pc:sldMk cId="1823981096" sldId="258"/>
            <ac:spMk id="4" creationId="{4A0FBBEF-80E3-1D77-AC2D-89F96A94C0C1}"/>
          </ac:spMkLst>
        </pc:spChg>
        <pc:spChg chg="add del mod ord">
          <ac:chgData name="Elliot Mai" userId="1c49b37007f9488b" providerId="LiveId" clId="{3EDB10E2-DA7D-4765-B207-53B47556FA45}" dt="2026-03-05T02:15:35.083" v="242" actId="700"/>
          <ac:spMkLst>
            <pc:docMk/>
            <pc:sldMk cId="1823981096" sldId="258"/>
            <ac:spMk id="5" creationId="{BFA38CD0-59E3-4981-B263-5A47F0EE9D80}"/>
          </ac:spMkLst>
        </pc:spChg>
        <pc:spChg chg="add mod ord">
          <ac:chgData name="Elliot Mai" userId="1c49b37007f9488b" providerId="LiveId" clId="{3EDB10E2-DA7D-4765-B207-53B47556FA45}" dt="2026-03-05T02:15:41.520" v="243" actId="26606"/>
          <ac:spMkLst>
            <pc:docMk/>
            <pc:sldMk cId="1823981096" sldId="258"/>
            <ac:spMk id="6" creationId="{72B352EF-DE90-69E1-4DC1-284688B26B2E}"/>
          </ac:spMkLst>
        </pc:spChg>
        <pc:spChg chg="add del">
          <ac:chgData name="Elliot Mai" userId="1c49b37007f9488b" providerId="LiveId" clId="{3EDB10E2-DA7D-4765-B207-53B47556FA45}" dt="2026-03-05T02:16:06.484" v="253" actId="26606"/>
          <ac:spMkLst>
            <pc:docMk/>
            <pc:sldMk cId="1823981096" sldId="258"/>
            <ac:spMk id="11" creationId="{1B15ED52-F352-441B-82BF-E0EA34836D08}"/>
          </ac:spMkLst>
        </pc:spChg>
        <pc:spChg chg="add del">
          <ac:chgData name="Elliot Mai" userId="1c49b37007f9488b" providerId="LiveId" clId="{3EDB10E2-DA7D-4765-B207-53B47556FA45}" dt="2026-03-05T02:16:06.484" v="253" actId="26606"/>
          <ac:spMkLst>
            <pc:docMk/>
            <pc:sldMk cId="1823981096" sldId="258"/>
            <ac:spMk id="13" creationId="{3B2E3793-BFE6-45A2-9B7B-E18844431C99}"/>
          </ac:spMkLst>
        </pc:spChg>
        <pc:spChg chg="add">
          <ac:chgData name="Elliot Mai" userId="1c49b37007f9488b" providerId="LiveId" clId="{3EDB10E2-DA7D-4765-B207-53B47556FA45}" dt="2026-03-05T02:15:41.520" v="243" actId="26606"/>
          <ac:spMkLst>
            <pc:docMk/>
            <pc:sldMk cId="1823981096" sldId="258"/>
            <ac:spMk id="15" creationId="{BC4C4868-CB8F-4AF9-9CDB-8108F2C19B67}"/>
          </ac:spMkLst>
        </pc:spChg>
        <pc:spChg chg="add del">
          <ac:chgData name="Elliot Mai" userId="1c49b37007f9488b" providerId="LiveId" clId="{3EDB10E2-DA7D-4765-B207-53B47556FA45}" dt="2026-03-05T02:16:06.484" v="253" actId="26606"/>
          <ac:spMkLst>
            <pc:docMk/>
            <pc:sldMk cId="1823981096" sldId="258"/>
            <ac:spMk id="17" creationId="{375E0459-6403-40CD-989D-56A4407CA12E}"/>
          </ac:spMkLst>
        </pc:spChg>
        <pc:spChg chg="add del">
          <ac:chgData name="Elliot Mai" userId="1c49b37007f9488b" providerId="LiveId" clId="{3EDB10E2-DA7D-4765-B207-53B47556FA45}" dt="2026-03-05T02:16:06.484" v="253" actId="26606"/>
          <ac:spMkLst>
            <pc:docMk/>
            <pc:sldMk cId="1823981096" sldId="258"/>
            <ac:spMk id="19" creationId="{53E5B1A8-3AC9-4BD1-9BBC-78CA94F2D1BA}"/>
          </ac:spMkLst>
        </pc:spChg>
        <pc:spChg chg="add">
          <ac:chgData name="Elliot Mai" userId="1c49b37007f9488b" providerId="LiveId" clId="{3EDB10E2-DA7D-4765-B207-53B47556FA45}" dt="2026-03-05T02:16:06.484" v="253" actId="26606"/>
          <ac:spMkLst>
            <pc:docMk/>
            <pc:sldMk cId="1823981096" sldId="258"/>
            <ac:spMk id="24" creationId="{1B15ED52-F352-441B-82BF-E0EA34836D08}"/>
          </ac:spMkLst>
        </pc:spChg>
        <pc:spChg chg="add">
          <ac:chgData name="Elliot Mai" userId="1c49b37007f9488b" providerId="LiveId" clId="{3EDB10E2-DA7D-4765-B207-53B47556FA45}" dt="2026-03-05T02:16:06.484" v="253" actId="26606"/>
          <ac:spMkLst>
            <pc:docMk/>
            <pc:sldMk cId="1823981096" sldId="258"/>
            <ac:spMk id="26" creationId="{3B2E3793-BFE6-45A2-9B7B-E18844431C99}"/>
          </ac:spMkLst>
        </pc:spChg>
        <pc:spChg chg="add">
          <ac:chgData name="Elliot Mai" userId="1c49b37007f9488b" providerId="LiveId" clId="{3EDB10E2-DA7D-4765-B207-53B47556FA45}" dt="2026-03-05T02:16:06.484" v="253" actId="26606"/>
          <ac:spMkLst>
            <pc:docMk/>
            <pc:sldMk cId="1823981096" sldId="258"/>
            <ac:spMk id="28" creationId="{BC4C4868-CB8F-4AF9-9CDB-8108F2C19B67}"/>
          </ac:spMkLst>
        </pc:spChg>
        <pc:spChg chg="add">
          <ac:chgData name="Elliot Mai" userId="1c49b37007f9488b" providerId="LiveId" clId="{3EDB10E2-DA7D-4765-B207-53B47556FA45}" dt="2026-03-05T02:16:06.484" v="253" actId="26606"/>
          <ac:spMkLst>
            <pc:docMk/>
            <pc:sldMk cId="1823981096" sldId="258"/>
            <ac:spMk id="30" creationId="{375E0459-6403-40CD-989D-56A4407CA12E}"/>
          </ac:spMkLst>
        </pc:spChg>
        <pc:spChg chg="add">
          <ac:chgData name="Elliot Mai" userId="1c49b37007f9488b" providerId="LiveId" clId="{3EDB10E2-DA7D-4765-B207-53B47556FA45}" dt="2026-03-05T02:16:06.484" v="253" actId="26606"/>
          <ac:spMkLst>
            <pc:docMk/>
            <pc:sldMk cId="1823981096" sldId="258"/>
            <ac:spMk id="32" creationId="{53E5B1A8-3AC9-4BD1-9BBC-78CA94F2D1BA}"/>
          </ac:spMkLst>
        </pc:spChg>
      </pc:sldChg>
      <pc:sldChg chg="addSp modSp new mod setBg addAnim">
        <pc:chgData name="Elliot Mai" userId="1c49b37007f9488b" providerId="LiveId" clId="{3EDB10E2-DA7D-4765-B207-53B47556FA45}" dt="2026-03-05T02:16:57.704" v="271" actId="20577"/>
        <pc:sldMkLst>
          <pc:docMk/>
          <pc:sldMk cId="1917191119" sldId="259"/>
        </pc:sldMkLst>
        <pc:spChg chg="mod">
          <ac:chgData name="Elliot Mai" userId="1c49b37007f9488b" providerId="LiveId" clId="{3EDB10E2-DA7D-4765-B207-53B47556FA45}" dt="2026-03-05T02:16:52.668" v="269" actId="26606"/>
          <ac:spMkLst>
            <pc:docMk/>
            <pc:sldMk cId="1917191119" sldId="259"/>
            <ac:spMk id="2" creationId="{BAEBB9E1-117A-0077-012B-4FE1BA4DA1D1}"/>
          </ac:spMkLst>
        </pc:spChg>
        <pc:spChg chg="mod">
          <ac:chgData name="Elliot Mai" userId="1c49b37007f9488b" providerId="LiveId" clId="{3EDB10E2-DA7D-4765-B207-53B47556FA45}" dt="2026-03-05T02:16:57.704" v="271" actId="20577"/>
          <ac:spMkLst>
            <pc:docMk/>
            <pc:sldMk cId="1917191119" sldId="259"/>
            <ac:spMk id="3" creationId="{9B7AD769-5324-7BFE-0BD3-4AFF7CF57314}"/>
          </ac:spMkLst>
        </pc:spChg>
        <pc:spChg chg="add">
          <ac:chgData name="Elliot Mai" userId="1c49b37007f9488b" providerId="LiveId" clId="{3EDB10E2-DA7D-4765-B207-53B47556FA45}" dt="2026-03-05T02:16:52.668" v="269" actId="26606"/>
          <ac:spMkLst>
            <pc:docMk/>
            <pc:sldMk cId="1917191119" sldId="259"/>
            <ac:spMk id="8" creationId="{1B15ED52-F352-441B-82BF-E0EA34836D08}"/>
          </ac:spMkLst>
        </pc:spChg>
        <pc:spChg chg="add">
          <ac:chgData name="Elliot Mai" userId="1c49b37007f9488b" providerId="LiveId" clId="{3EDB10E2-DA7D-4765-B207-53B47556FA45}" dt="2026-03-05T02:16:52.668" v="269" actId="26606"/>
          <ac:spMkLst>
            <pc:docMk/>
            <pc:sldMk cId="1917191119" sldId="259"/>
            <ac:spMk id="10" creationId="{3B2E3793-BFE6-45A2-9B7B-E18844431C99}"/>
          </ac:spMkLst>
        </pc:spChg>
        <pc:spChg chg="add">
          <ac:chgData name="Elliot Mai" userId="1c49b37007f9488b" providerId="LiveId" clId="{3EDB10E2-DA7D-4765-B207-53B47556FA45}" dt="2026-03-05T02:16:52.668" v="269" actId="26606"/>
          <ac:spMkLst>
            <pc:docMk/>
            <pc:sldMk cId="1917191119" sldId="259"/>
            <ac:spMk id="12" creationId="{BC4C4868-CB8F-4AF9-9CDB-8108F2C19B67}"/>
          </ac:spMkLst>
        </pc:spChg>
        <pc:spChg chg="add">
          <ac:chgData name="Elliot Mai" userId="1c49b37007f9488b" providerId="LiveId" clId="{3EDB10E2-DA7D-4765-B207-53B47556FA45}" dt="2026-03-05T02:16:52.668" v="269" actId="26606"/>
          <ac:spMkLst>
            <pc:docMk/>
            <pc:sldMk cId="1917191119" sldId="259"/>
            <ac:spMk id="14" creationId="{375E0459-6403-40CD-989D-56A4407CA12E}"/>
          </ac:spMkLst>
        </pc:spChg>
        <pc:spChg chg="add">
          <ac:chgData name="Elliot Mai" userId="1c49b37007f9488b" providerId="LiveId" clId="{3EDB10E2-DA7D-4765-B207-53B47556FA45}" dt="2026-03-05T02:16:52.668" v="269" actId="26606"/>
          <ac:spMkLst>
            <pc:docMk/>
            <pc:sldMk cId="1917191119" sldId="259"/>
            <ac:spMk id="16" creationId="{53E5B1A8-3AC9-4BD1-9BBC-78CA94F2D1BA}"/>
          </ac:spMkLst>
        </pc:spChg>
      </pc:sldChg>
      <pc:sldChg chg="addSp delSp modSp add del mod modClrScheme delDesignElem chgLayout">
        <pc:chgData name="Elliot Mai" userId="1c49b37007f9488b" providerId="LiveId" clId="{3EDB10E2-DA7D-4765-B207-53B47556FA45}" dt="2026-03-05T02:12:53.605" v="188" actId="2890"/>
        <pc:sldMkLst>
          <pc:docMk/>
          <pc:sldMk cId="3430437250" sldId="259"/>
        </pc:sldMkLst>
        <pc:spChg chg="mod ord">
          <ac:chgData name="Elliot Mai" userId="1c49b37007f9488b" providerId="LiveId" clId="{3EDB10E2-DA7D-4765-B207-53B47556FA45}" dt="2026-03-05T02:12:52.075" v="187" actId="700"/>
          <ac:spMkLst>
            <pc:docMk/>
            <pc:sldMk cId="3430437250" sldId="259"/>
            <ac:spMk id="2" creationId="{46553FBA-6335-51D5-9E32-937BAA6A17F4}"/>
          </ac:spMkLst>
        </pc:spChg>
        <pc:spChg chg="add del mod ord">
          <ac:chgData name="Elliot Mai" userId="1c49b37007f9488b" providerId="LiveId" clId="{3EDB10E2-DA7D-4765-B207-53B47556FA45}" dt="2026-03-05T02:12:52.075" v="187" actId="700"/>
          <ac:spMkLst>
            <pc:docMk/>
            <pc:sldMk cId="3430437250" sldId="259"/>
            <ac:spMk id="3" creationId="{97699074-648C-45DC-96E8-257B62A8EA2E}"/>
          </ac:spMkLst>
        </pc:spChg>
        <pc:spChg chg="add del mod ord">
          <ac:chgData name="Elliot Mai" userId="1c49b37007f9488b" providerId="LiveId" clId="{3EDB10E2-DA7D-4765-B207-53B47556FA45}" dt="2026-03-05T02:12:52.075" v="187" actId="700"/>
          <ac:spMkLst>
            <pc:docMk/>
            <pc:sldMk cId="3430437250" sldId="259"/>
            <ac:spMk id="4" creationId="{00A9095F-CA3A-FAF2-D7B4-005589E106D5}"/>
          </ac:spMkLst>
        </pc:spChg>
        <pc:spChg chg="add del mod ord">
          <ac:chgData name="Elliot Mai" userId="1c49b37007f9488b" providerId="LiveId" clId="{3EDB10E2-DA7D-4765-B207-53B47556FA45}" dt="2026-03-05T02:12:52.075" v="187" actId="700"/>
          <ac:spMkLst>
            <pc:docMk/>
            <pc:sldMk cId="3430437250" sldId="259"/>
            <ac:spMk id="5" creationId="{32AB94CB-C802-7CF5-ACA6-1D2957740516}"/>
          </ac:spMkLst>
        </pc:spChg>
        <pc:spChg chg="add del">
          <ac:chgData name="Elliot Mai" userId="1c49b37007f9488b" providerId="LiveId" clId="{3EDB10E2-DA7D-4765-B207-53B47556FA45}" dt="2026-03-05T02:12:52.075" v="187" actId="700"/>
          <ac:spMkLst>
            <pc:docMk/>
            <pc:sldMk cId="3430437250" sldId="259"/>
            <ac:spMk id="8" creationId="{2B6262B6-AF10-743A-22CB-6F05A0AF501A}"/>
          </ac:spMkLst>
        </pc:spChg>
        <pc:spChg chg="add del">
          <ac:chgData name="Elliot Mai" userId="1c49b37007f9488b" providerId="LiveId" clId="{3EDB10E2-DA7D-4765-B207-53B47556FA45}" dt="2026-03-05T02:12:52.075" v="187" actId="700"/>
          <ac:spMkLst>
            <pc:docMk/>
            <pc:sldMk cId="3430437250" sldId="259"/>
            <ac:spMk id="10" creationId="{7ED294A3-9F73-74AC-1E88-8DD720DC895B}"/>
          </ac:spMkLst>
        </pc:spChg>
        <pc:spChg chg="add del">
          <ac:chgData name="Elliot Mai" userId="1c49b37007f9488b" providerId="LiveId" clId="{3EDB10E2-DA7D-4765-B207-53B47556FA45}" dt="2026-03-05T02:12:52.075" v="187" actId="700"/>
          <ac:spMkLst>
            <pc:docMk/>
            <pc:sldMk cId="3430437250" sldId="259"/>
            <ac:spMk id="12" creationId="{BE7F61B9-C718-4E50-C6D8-B856394D4549}"/>
          </ac:spMkLst>
        </pc:spChg>
        <pc:spChg chg="add del">
          <ac:chgData name="Elliot Mai" userId="1c49b37007f9488b" providerId="LiveId" clId="{3EDB10E2-DA7D-4765-B207-53B47556FA45}" dt="2026-03-05T02:12:52.075" v="187" actId="700"/>
          <ac:spMkLst>
            <pc:docMk/>
            <pc:sldMk cId="3430437250" sldId="259"/>
            <ac:spMk id="14" creationId="{62AE639E-5ECF-A047-327C-C073992EE0B4}"/>
          </ac:spMkLst>
        </pc:spChg>
        <pc:spChg chg="add del">
          <ac:chgData name="Elliot Mai" userId="1c49b37007f9488b" providerId="LiveId" clId="{3EDB10E2-DA7D-4765-B207-53B47556FA45}" dt="2026-03-05T02:12:52.075" v="187" actId="700"/>
          <ac:spMkLst>
            <pc:docMk/>
            <pc:sldMk cId="3430437250" sldId="259"/>
            <ac:spMk id="16" creationId="{23ACA4C4-DDC6-7480-6802-413C8EB3E2F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A8D88-2376-881D-B2FB-B6B694A7F4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9B76B4-7239-AEDE-22B5-5599B893D4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15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289973-4997-2731-FA16-92E12FBB6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B7E13-4BB4-4C47-BBB0-099F19561DE7}" type="datetimeFigureOut">
              <a:rPr lang="en-150" smtClean="0"/>
              <a:t>04/03/2026</a:t>
            </a:fld>
            <a:endParaRPr lang="en-15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C54A23-53F0-62F9-48E4-E69B40607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0F0B12-183C-ED54-5F4E-8378C13C5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603FA-15F4-4A95-829A-3FE8A9CA8E0D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491286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DF727-4F41-EEE5-ED2F-EDF17EF62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7A5771-CA4E-DEF4-0D04-49589D9F9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B97B1F-4DF1-B7C1-E708-2AFA53456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B7E13-4BB4-4C47-BBB0-099F19561DE7}" type="datetimeFigureOut">
              <a:rPr lang="en-150" smtClean="0"/>
              <a:t>04/03/2026</a:t>
            </a:fld>
            <a:endParaRPr lang="en-15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625144-E6DF-3551-89C3-1B843A0C7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B995F-D5D7-B4C8-1072-99495420D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603FA-15F4-4A95-829A-3FE8A9CA8E0D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2333110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8A81D-31E6-1C2E-44D5-A2510B1F8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6C8DF9-86A0-5F72-6D28-EA60697BDC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0FD1EC-75D2-88EB-7AC9-4C81820E3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B7E13-4BB4-4C47-BBB0-099F19561DE7}" type="datetimeFigureOut">
              <a:rPr lang="en-150" smtClean="0"/>
              <a:t>04/03/2026</a:t>
            </a:fld>
            <a:endParaRPr lang="en-15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4C553C-0494-C36E-3CDC-5B856E503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D1B8C2-1838-5A18-4688-56BFAE45A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603FA-15F4-4A95-829A-3FE8A9CA8E0D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1845972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9182A-ECEA-E2E4-7374-5BCB366CF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3DD5B-0226-2C1D-C490-B26A76FD42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2261F8-02EC-C7D4-26EE-EF5876863E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788577-B87C-FB08-E063-14DB12061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B7E13-4BB4-4C47-BBB0-099F19561DE7}" type="datetimeFigureOut">
              <a:rPr lang="en-150" smtClean="0"/>
              <a:t>04/03/2026</a:t>
            </a:fld>
            <a:endParaRPr lang="en-15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87E305-A2DD-8D53-4B22-7BE62A3AC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220D2F-A7A2-E898-F11B-36655E763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603FA-15F4-4A95-829A-3FE8A9CA8E0D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1976048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D4ACC-C27B-1A82-2068-3CD93D0DA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2332D0-D12B-3F47-55CD-4A3AF47B7B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632556-7945-0DC1-D41C-CA2BCCE9EF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D1E6CF-A045-D4FB-F16E-F5211868B4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C28765-FCCD-9F4F-2D42-BF0A30B287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70A3E7-BC72-3D3A-2E4D-529AD4CD1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B7E13-4BB4-4C47-BBB0-099F19561DE7}" type="datetimeFigureOut">
              <a:rPr lang="en-150" smtClean="0"/>
              <a:t>04/03/2026</a:t>
            </a:fld>
            <a:endParaRPr lang="en-15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72FC49-E39C-4D5D-D4A1-91BFD4580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685235-D346-ECED-774A-A7549F156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603FA-15F4-4A95-829A-3FE8A9CA8E0D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35620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72B7A-184B-7B6D-246A-AAE28A077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C6F98D-4C42-EFFD-998B-A0CE92149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B7E13-4BB4-4C47-BBB0-099F19561DE7}" type="datetimeFigureOut">
              <a:rPr lang="en-150" smtClean="0"/>
              <a:t>04/03/2026</a:t>
            </a:fld>
            <a:endParaRPr lang="en-15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6B2C55-9C0E-741B-860C-6316E7D48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568E43-D08E-724B-7DE3-3310B082D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603FA-15F4-4A95-829A-3FE8A9CA8E0D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1852983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20DEC5-9278-D69F-977F-ECC5F75FF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B7E13-4BB4-4C47-BBB0-099F19561DE7}" type="datetimeFigureOut">
              <a:rPr lang="en-150" smtClean="0"/>
              <a:t>04/03/2026</a:t>
            </a:fld>
            <a:endParaRPr lang="en-15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801438-2AAD-E38E-FB11-421244F98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A84786-71B2-FCDE-E1F3-7C12BDC6E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603FA-15F4-4A95-829A-3FE8A9CA8E0D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2495234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8FF6E-AB57-44AD-AFB0-8D4FEA0D9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57652C-AA78-80C1-3559-6342C7C744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D93C11-5C50-6FC5-8B5D-F63DCA4991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05C6CE-6C7D-21A9-D3ED-9E21F1B5F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B7E13-4BB4-4C47-BBB0-099F19561DE7}" type="datetimeFigureOut">
              <a:rPr lang="en-150" smtClean="0"/>
              <a:t>04/03/2026</a:t>
            </a:fld>
            <a:endParaRPr lang="en-15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E31949-86F1-F869-10FE-36ACDBCEA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CB9407-F71D-D8A3-F7F0-1CF98F396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603FA-15F4-4A95-829A-3FE8A9CA8E0D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116413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7F31A-8788-5DE0-5520-1E2480BCE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714E0F-485B-5342-ED2A-21348746AA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15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813BB7-BDE4-66A0-46B4-25A0EAFD7D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E3D225-F815-50F5-B01A-348CB6142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B7E13-4BB4-4C47-BBB0-099F19561DE7}" type="datetimeFigureOut">
              <a:rPr lang="en-150" smtClean="0"/>
              <a:t>04/03/2026</a:t>
            </a:fld>
            <a:endParaRPr lang="en-15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AE136B-836E-6C67-E556-F93E386D0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A0D013-1D63-4F2A-4383-C21350CA8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603FA-15F4-4A95-829A-3FE8A9CA8E0D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1246675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B05D2-80A6-9861-21EB-22ECD03CF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E08F3D-1E1F-C08B-2EA4-0A739804C0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933F20-B17C-B94D-E3AF-21E2E17B5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B7E13-4BB4-4C47-BBB0-099F19561DE7}" type="datetimeFigureOut">
              <a:rPr lang="en-150" smtClean="0"/>
              <a:t>04/03/2026</a:t>
            </a:fld>
            <a:endParaRPr lang="en-15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62B035-997F-F6F8-A063-5EE7D0FDF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CEB940-CF41-7003-003A-24A0F2953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603FA-15F4-4A95-829A-3FE8A9CA8E0D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58974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7809D8-67A8-0F2A-1D7F-6926C5389B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76C296-5F0C-A10F-A4FC-4034C0F8A0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EB90A5-0FF6-DD8C-C99A-51AEBD0C8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B7E13-4BB4-4C47-BBB0-099F19561DE7}" type="datetimeFigureOut">
              <a:rPr lang="en-150" smtClean="0"/>
              <a:t>04/03/2026</a:t>
            </a:fld>
            <a:endParaRPr lang="en-15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528702-A6AD-B722-0FDA-D4207B3B6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9EA5EA-D522-DF3A-F36E-57B420762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603FA-15F4-4A95-829A-3FE8A9CA8E0D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006830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E992DB-FA18-E293-FD19-DB9618481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CE436B-4DDD-4385-27D8-F8E8EB0B78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5FCEF7-BF44-014F-AF34-431116F1EB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3B7E13-4BB4-4C47-BBB0-099F19561DE7}" type="datetimeFigureOut">
              <a:rPr lang="en-150" smtClean="0"/>
              <a:t>04/03/2026</a:t>
            </a:fld>
            <a:endParaRPr lang="en-15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EF62C-2435-F88A-AAFE-917C9DBC4C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15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C5058E-E791-A33B-9F6F-F96354B1B8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2603FA-15F4-4A95-829A-3FE8A9CA8E0D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1973774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150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F0F598-227B-128C-1FAE-23F74D77EA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Unit 9 Assignment</a:t>
            </a:r>
            <a:endParaRPr lang="en-150" sz="48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B55207-CD41-87F2-68F4-2F3A8F48C6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Elliot Mai, Adrienne Samos</a:t>
            </a:r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540900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7A62DE-F7EA-87EE-E23C-C4E6C881A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Baseline Model</a:t>
            </a:r>
            <a:endParaRPr lang="en-150" sz="4000">
              <a:solidFill>
                <a:srgbClr val="FFFFFF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BF2A73-CB38-4C3C-B0DF-AFB619494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 dirty="0"/>
              <a:t>Description</a:t>
            </a:r>
          </a:p>
          <a:p>
            <a:endParaRPr lang="en-US" sz="2000" dirty="0"/>
          </a:p>
          <a:p>
            <a:r>
              <a:rPr lang="en-US" sz="2000" dirty="0"/>
              <a:t>Results</a:t>
            </a:r>
            <a:endParaRPr lang="en-150" sz="2000" dirty="0"/>
          </a:p>
        </p:txBody>
      </p:sp>
    </p:spTree>
    <p:extLst>
      <p:ext uri="{BB962C8B-B14F-4D97-AF65-F5344CB8AC3E}">
        <p14:creationId xmlns:p14="http://schemas.microsoft.com/office/powerpoint/2010/main" val="1909686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A0FBBEF-80E3-1D77-AC2D-89F96A94C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Variation [#]: [name]</a:t>
            </a:r>
            <a:endParaRPr lang="en-150" sz="4000">
              <a:solidFill>
                <a:srgbClr val="FFFFFF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2B352EF-DE90-69E1-4DC1-284688B26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/>
              <a:t>Parameters Changed: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/>
          </a:p>
          <a:p>
            <a:r>
              <a:rPr lang="en-US" sz="2000"/>
              <a:t>Hypothesis:</a:t>
            </a:r>
          </a:p>
          <a:p>
            <a:endParaRPr lang="en-US" sz="2000"/>
          </a:p>
          <a:p>
            <a:r>
              <a:rPr lang="en-US" sz="2000"/>
              <a:t>Results:</a:t>
            </a:r>
            <a:endParaRPr lang="en-150" sz="2000"/>
          </a:p>
        </p:txBody>
      </p:sp>
    </p:spTree>
    <p:extLst>
      <p:ext uri="{BB962C8B-B14F-4D97-AF65-F5344CB8AC3E}">
        <p14:creationId xmlns:p14="http://schemas.microsoft.com/office/powerpoint/2010/main" val="1823981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EBB9E1-117A-0077-012B-4FE1BA4DA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Summary</a:t>
            </a:r>
            <a:endParaRPr lang="en-150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AD769-5324-7BFE-0BD3-4AFF7CF57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endParaRPr lang="en-150" sz="2000" dirty="0"/>
          </a:p>
        </p:txBody>
      </p:sp>
    </p:spTree>
    <p:extLst>
      <p:ext uri="{BB962C8B-B14F-4D97-AF65-F5344CB8AC3E}">
        <p14:creationId xmlns:p14="http://schemas.microsoft.com/office/powerpoint/2010/main" val="1917191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25</Words>
  <Application>Microsoft Office PowerPoint</Application>
  <PresentationFormat>Widescreen</PresentationFormat>
  <Paragraphs>13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Unit 9 Assignment</vt:lpstr>
      <vt:lpstr>Baseline Model</vt:lpstr>
      <vt:lpstr>Variation [#]: [name]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Elliot Mai</dc:creator>
  <cp:lastModifiedBy>Elliot Mai</cp:lastModifiedBy>
  <cp:revision>1</cp:revision>
  <dcterms:created xsi:type="dcterms:W3CDTF">2026-03-05T02:09:14Z</dcterms:created>
  <dcterms:modified xsi:type="dcterms:W3CDTF">2026-03-05T02:17:04Z</dcterms:modified>
</cp:coreProperties>
</file>